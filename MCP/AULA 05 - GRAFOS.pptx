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09" r:id="rId4"/>
    <p:sldId id="310" r:id="rId5"/>
    <p:sldId id="311" r:id="rId6"/>
    <p:sldId id="279" r:id="rId7"/>
    <p:sldId id="281" r:id="rId8"/>
    <p:sldId id="282" r:id="rId9"/>
    <p:sldId id="283" r:id="rId10"/>
    <p:sldId id="284" r:id="rId11"/>
    <p:sldId id="285" r:id="rId12"/>
    <p:sldId id="313" r:id="rId13"/>
    <p:sldId id="287" r:id="rId14"/>
    <p:sldId id="288" r:id="rId15"/>
    <p:sldId id="289" r:id="rId16"/>
    <p:sldId id="290" r:id="rId17"/>
    <p:sldId id="291" r:id="rId18"/>
    <p:sldId id="314" r:id="rId19"/>
    <p:sldId id="292" r:id="rId20"/>
    <p:sldId id="293" r:id="rId21"/>
    <p:sldId id="294" r:id="rId22"/>
    <p:sldId id="295" r:id="rId23"/>
    <p:sldId id="296" r:id="rId24"/>
    <p:sldId id="315" r:id="rId25"/>
    <p:sldId id="297" r:id="rId26"/>
    <p:sldId id="298" r:id="rId27"/>
    <p:sldId id="299" r:id="rId28"/>
    <p:sldId id="300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12" r:id="rId37"/>
    <p:sldId id="308" r:id="rId38"/>
    <p:sldId id="278" r:id="rId3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4190"/>
    <a:srgbClr val="282F78"/>
    <a:srgbClr val="C26F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FC8904-329F-4057-8558-B6B7CD5EF3B2}" v="174" dt="2024-03-31T19:45:07.5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47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48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1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SSIANY BEATRIZ ALMEIDA" userId="2dcd9e37-326d-4709-acd7-5ac3ef4a188f" providerId="ADAL" clId="{90FC8904-329F-4057-8558-B6B7CD5EF3B2}"/>
    <pc:docChg chg="undo custSel addSld delSld modSld sldOrd">
      <pc:chgData name="THISSIANY BEATRIZ ALMEIDA" userId="2dcd9e37-326d-4709-acd7-5ac3ef4a188f" providerId="ADAL" clId="{90FC8904-329F-4057-8558-B6B7CD5EF3B2}" dt="2024-04-23T01:37:33.405" v="12102" actId="20577"/>
      <pc:docMkLst>
        <pc:docMk/>
      </pc:docMkLst>
      <pc:sldChg chg="modSp mod">
        <pc:chgData name="THISSIANY BEATRIZ ALMEIDA" userId="2dcd9e37-326d-4709-acd7-5ac3ef4a188f" providerId="ADAL" clId="{90FC8904-329F-4057-8558-B6B7CD5EF3B2}" dt="2024-03-31T16:02:08.551" v="48" actId="20577"/>
        <pc:sldMkLst>
          <pc:docMk/>
          <pc:sldMk cId="2171811861" sldId="256"/>
        </pc:sldMkLst>
        <pc:spChg chg="mod">
          <ac:chgData name="THISSIANY BEATRIZ ALMEIDA" userId="2dcd9e37-326d-4709-acd7-5ac3ef4a188f" providerId="ADAL" clId="{90FC8904-329F-4057-8558-B6B7CD5EF3B2}" dt="2024-03-31T16:02:08.551" v="48" actId="20577"/>
          <ac:spMkLst>
            <pc:docMk/>
            <pc:sldMk cId="2171811861" sldId="256"/>
            <ac:spMk id="5" creationId="{DBE60C55-CFDA-ABBB-AEE1-A2F7EDF7FF12}"/>
          </ac:spMkLst>
        </pc:spChg>
      </pc:sldChg>
      <pc:sldChg chg="modSp mod">
        <pc:chgData name="THISSIANY BEATRIZ ALMEIDA" userId="2dcd9e37-326d-4709-acd7-5ac3ef4a188f" providerId="ADAL" clId="{90FC8904-329F-4057-8558-B6B7CD5EF3B2}" dt="2024-03-31T16:05:54.201" v="230" actId="20577"/>
        <pc:sldMkLst>
          <pc:docMk/>
          <pc:sldMk cId="3236644282" sldId="257"/>
        </pc:sldMkLst>
        <pc:spChg chg="mod">
          <ac:chgData name="THISSIANY BEATRIZ ALMEIDA" userId="2dcd9e37-326d-4709-acd7-5ac3ef4a188f" providerId="ADAL" clId="{90FC8904-329F-4057-8558-B6B7CD5EF3B2}" dt="2024-03-31T16:05:54.201" v="230" actId="20577"/>
          <ac:spMkLst>
            <pc:docMk/>
            <pc:sldMk cId="3236644282" sldId="257"/>
            <ac:spMk id="3" creationId="{30868531-4076-9BC2-740A-928ACB114A92}"/>
          </ac:spMkLst>
        </pc:spChg>
      </pc:sldChg>
      <pc:sldChg chg="del">
        <pc:chgData name="THISSIANY BEATRIZ ALMEIDA" userId="2dcd9e37-326d-4709-acd7-5ac3ef4a188f" providerId="ADAL" clId="{90FC8904-329F-4057-8558-B6B7CD5EF3B2}" dt="2024-03-31T16:02:14.476" v="49" actId="47"/>
        <pc:sldMkLst>
          <pc:docMk/>
          <pc:sldMk cId="478335380" sldId="258"/>
        </pc:sldMkLst>
      </pc:sldChg>
      <pc:sldChg chg="addSp delSp modSp del mod modClrScheme chgLayout">
        <pc:chgData name="THISSIANY BEATRIZ ALMEIDA" userId="2dcd9e37-326d-4709-acd7-5ac3ef4a188f" providerId="ADAL" clId="{90FC8904-329F-4057-8558-B6B7CD5EF3B2}" dt="2024-03-31T18:10:09.487" v="8587" actId="47"/>
        <pc:sldMkLst>
          <pc:docMk/>
          <pc:sldMk cId="2987936547" sldId="259"/>
        </pc:sldMkLst>
        <pc:spChg chg="del mod ord">
          <ac:chgData name="THISSIANY BEATRIZ ALMEIDA" userId="2dcd9e37-326d-4709-acd7-5ac3ef4a188f" providerId="ADAL" clId="{90FC8904-329F-4057-8558-B6B7CD5EF3B2}" dt="2024-03-31T16:10:23.661" v="759" actId="700"/>
          <ac:spMkLst>
            <pc:docMk/>
            <pc:sldMk cId="2987936547" sldId="259"/>
            <ac:spMk id="2" creationId="{F4F74925-2E15-C761-2CC6-22E98C234A97}"/>
          </ac:spMkLst>
        </pc:spChg>
        <pc:spChg chg="mod ord">
          <ac:chgData name="THISSIANY BEATRIZ ALMEIDA" userId="2dcd9e37-326d-4709-acd7-5ac3ef4a188f" providerId="ADAL" clId="{90FC8904-329F-4057-8558-B6B7CD5EF3B2}" dt="2024-03-31T16:10:23.710" v="761" actId="27636"/>
          <ac:spMkLst>
            <pc:docMk/>
            <pc:sldMk cId="2987936547" sldId="259"/>
            <ac:spMk id="3" creationId="{4AC60B31-2446-480C-4F18-F64B44E177FA}"/>
          </ac:spMkLst>
        </pc:spChg>
        <pc:spChg chg="mod">
          <ac:chgData name="THISSIANY BEATRIZ ALMEIDA" userId="2dcd9e37-326d-4709-acd7-5ac3ef4a188f" providerId="ADAL" clId="{90FC8904-329F-4057-8558-B6B7CD5EF3B2}" dt="2024-03-31T16:07:13.361" v="261" actId="20577"/>
          <ac:spMkLst>
            <pc:docMk/>
            <pc:sldMk cId="2987936547" sldId="259"/>
            <ac:spMk id="4" creationId="{71C08C84-8944-92FB-1EED-28F3C5C2825D}"/>
          </ac:spMkLst>
        </pc:spChg>
        <pc:spChg chg="add mod ord">
          <ac:chgData name="THISSIANY BEATRIZ ALMEIDA" userId="2dcd9e37-326d-4709-acd7-5ac3ef4a188f" providerId="ADAL" clId="{90FC8904-329F-4057-8558-B6B7CD5EF3B2}" dt="2024-03-31T16:10:23.661" v="759" actId="700"/>
          <ac:spMkLst>
            <pc:docMk/>
            <pc:sldMk cId="2987936547" sldId="259"/>
            <ac:spMk id="7" creationId="{1463B7A6-29E6-58CB-C098-46A23A4B67F2}"/>
          </ac:spMkLst>
        </pc:spChg>
        <pc:spChg chg="add del mod ord">
          <ac:chgData name="THISSIANY BEATRIZ ALMEIDA" userId="2dcd9e37-326d-4709-acd7-5ac3ef4a188f" providerId="ADAL" clId="{90FC8904-329F-4057-8558-B6B7CD5EF3B2}" dt="2024-03-31T16:10:30.621" v="762" actId="478"/>
          <ac:spMkLst>
            <pc:docMk/>
            <pc:sldMk cId="2987936547" sldId="259"/>
            <ac:spMk id="8" creationId="{FA2859E9-25C9-D4C6-C782-25C86B367372}"/>
          </ac:spMkLst>
        </pc:spChg>
        <pc:picChg chg="add mod">
          <ac:chgData name="THISSIANY BEATRIZ ALMEIDA" userId="2dcd9e37-326d-4709-acd7-5ac3ef4a188f" providerId="ADAL" clId="{90FC8904-329F-4057-8558-B6B7CD5EF3B2}" dt="2024-03-31T16:10:37.681" v="764" actId="1076"/>
          <ac:picMkLst>
            <pc:docMk/>
            <pc:sldMk cId="2987936547" sldId="259"/>
            <ac:picMk id="6" creationId="{81BACC58-0D80-DE94-4AA1-E432AE459156}"/>
          </ac:picMkLst>
        </pc:picChg>
      </pc:sldChg>
      <pc:sldChg chg="del">
        <pc:chgData name="THISSIANY BEATRIZ ALMEIDA" userId="2dcd9e37-326d-4709-acd7-5ac3ef4a188f" providerId="ADAL" clId="{90FC8904-329F-4057-8558-B6B7CD5EF3B2}" dt="2024-03-31T16:02:20.386" v="51" actId="47"/>
        <pc:sldMkLst>
          <pc:docMk/>
          <pc:sldMk cId="1421376450" sldId="260"/>
        </pc:sldMkLst>
      </pc:sldChg>
      <pc:sldChg chg="del">
        <pc:chgData name="THISSIANY BEATRIZ ALMEIDA" userId="2dcd9e37-326d-4709-acd7-5ac3ef4a188f" providerId="ADAL" clId="{90FC8904-329F-4057-8558-B6B7CD5EF3B2}" dt="2024-03-31T16:02:20.851" v="52" actId="47"/>
        <pc:sldMkLst>
          <pc:docMk/>
          <pc:sldMk cId="2348822984" sldId="261"/>
        </pc:sldMkLst>
      </pc:sldChg>
      <pc:sldChg chg="del">
        <pc:chgData name="THISSIANY BEATRIZ ALMEIDA" userId="2dcd9e37-326d-4709-acd7-5ac3ef4a188f" providerId="ADAL" clId="{90FC8904-329F-4057-8558-B6B7CD5EF3B2}" dt="2024-03-31T16:02:21.271" v="53" actId="47"/>
        <pc:sldMkLst>
          <pc:docMk/>
          <pc:sldMk cId="1661797884" sldId="265"/>
        </pc:sldMkLst>
      </pc:sldChg>
      <pc:sldChg chg="del">
        <pc:chgData name="THISSIANY BEATRIZ ALMEIDA" userId="2dcd9e37-326d-4709-acd7-5ac3ef4a188f" providerId="ADAL" clId="{90FC8904-329F-4057-8558-B6B7CD5EF3B2}" dt="2024-03-31T16:02:21.611" v="54" actId="47"/>
        <pc:sldMkLst>
          <pc:docMk/>
          <pc:sldMk cId="2044956114" sldId="266"/>
        </pc:sldMkLst>
      </pc:sldChg>
      <pc:sldChg chg="del">
        <pc:chgData name="THISSIANY BEATRIZ ALMEIDA" userId="2dcd9e37-326d-4709-acd7-5ac3ef4a188f" providerId="ADAL" clId="{90FC8904-329F-4057-8558-B6B7CD5EF3B2}" dt="2024-03-31T16:02:21.891" v="55" actId="47"/>
        <pc:sldMkLst>
          <pc:docMk/>
          <pc:sldMk cId="2211300243" sldId="267"/>
        </pc:sldMkLst>
      </pc:sldChg>
      <pc:sldChg chg="del">
        <pc:chgData name="THISSIANY BEATRIZ ALMEIDA" userId="2dcd9e37-326d-4709-acd7-5ac3ef4a188f" providerId="ADAL" clId="{90FC8904-329F-4057-8558-B6B7CD5EF3B2}" dt="2024-03-31T16:02:23.261" v="56" actId="47"/>
        <pc:sldMkLst>
          <pc:docMk/>
          <pc:sldMk cId="2741799910" sldId="268"/>
        </pc:sldMkLst>
      </pc:sldChg>
      <pc:sldChg chg="del">
        <pc:chgData name="THISSIANY BEATRIZ ALMEIDA" userId="2dcd9e37-326d-4709-acd7-5ac3ef4a188f" providerId="ADAL" clId="{90FC8904-329F-4057-8558-B6B7CD5EF3B2}" dt="2024-03-31T16:02:23.791" v="57" actId="47"/>
        <pc:sldMkLst>
          <pc:docMk/>
          <pc:sldMk cId="613918190" sldId="269"/>
        </pc:sldMkLst>
      </pc:sldChg>
      <pc:sldChg chg="del">
        <pc:chgData name="THISSIANY BEATRIZ ALMEIDA" userId="2dcd9e37-326d-4709-acd7-5ac3ef4a188f" providerId="ADAL" clId="{90FC8904-329F-4057-8558-B6B7CD5EF3B2}" dt="2024-03-31T16:02:24.131" v="58" actId="47"/>
        <pc:sldMkLst>
          <pc:docMk/>
          <pc:sldMk cId="2393711049" sldId="270"/>
        </pc:sldMkLst>
      </pc:sldChg>
      <pc:sldChg chg="del">
        <pc:chgData name="THISSIANY BEATRIZ ALMEIDA" userId="2dcd9e37-326d-4709-acd7-5ac3ef4a188f" providerId="ADAL" clId="{90FC8904-329F-4057-8558-B6B7CD5EF3B2}" dt="2024-03-31T16:02:24.481" v="59" actId="47"/>
        <pc:sldMkLst>
          <pc:docMk/>
          <pc:sldMk cId="2793538177" sldId="271"/>
        </pc:sldMkLst>
      </pc:sldChg>
      <pc:sldChg chg="del">
        <pc:chgData name="THISSIANY BEATRIZ ALMEIDA" userId="2dcd9e37-326d-4709-acd7-5ac3ef4a188f" providerId="ADAL" clId="{90FC8904-329F-4057-8558-B6B7CD5EF3B2}" dt="2024-03-31T16:02:25.281" v="60" actId="47"/>
        <pc:sldMkLst>
          <pc:docMk/>
          <pc:sldMk cId="3055321755" sldId="272"/>
        </pc:sldMkLst>
      </pc:sldChg>
      <pc:sldChg chg="del">
        <pc:chgData name="THISSIANY BEATRIZ ALMEIDA" userId="2dcd9e37-326d-4709-acd7-5ac3ef4a188f" providerId="ADAL" clId="{90FC8904-329F-4057-8558-B6B7CD5EF3B2}" dt="2024-03-31T16:02:25.621" v="61" actId="47"/>
        <pc:sldMkLst>
          <pc:docMk/>
          <pc:sldMk cId="2156257804" sldId="273"/>
        </pc:sldMkLst>
      </pc:sldChg>
      <pc:sldChg chg="del">
        <pc:chgData name="THISSIANY BEATRIZ ALMEIDA" userId="2dcd9e37-326d-4709-acd7-5ac3ef4a188f" providerId="ADAL" clId="{90FC8904-329F-4057-8558-B6B7CD5EF3B2}" dt="2024-03-31T16:02:25.831" v="62" actId="47"/>
        <pc:sldMkLst>
          <pc:docMk/>
          <pc:sldMk cId="3850597215" sldId="274"/>
        </pc:sldMkLst>
      </pc:sldChg>
      <pc:sldChg chg="del">
        <pc:chgData name="THISSIANY BEATRIZ ALMEIDA" userId="2dcd9e37-326d-4709-acd7-5ac3ef4a188f" providerId="ADAL" clId="{90FC8904-329F-4057-8558-B6B7CD5EF3B2}" dt="2024-03-31T16:02:26.081" v="63" actId="47"/>
        <pc:sldMkLst>
          <pc:docMk/>
          <pc:sldMk cId="195818609" sldId="275"/>
        </pc:sldMkLst>
      </pc:sldChg>
      <pc:sldChg chg="del">
        <pc:chgData name="THISSIANY BEATRIZ ALMEIDA" userId="2dcd9e37-326d-4709-acd7-5ac3ef4a188f" providerId="ADAL" clId="{90FC8904-329F-4057-8558-B6B7CD5EF3B2}" dt="2024-03-31T16:02:26.693" v="64" actId="47"/>
        <pc:sldMkLst>
          <pc:docMk/>
          <pc:sldMk cId="474246146" sldId="276"/>
        </pc:sldMkLst>
      </pc:sldChg>
      <pc:sldChg chg="del">
        <pc:chgData name="THISSIANY BEATRIZ ALMEIDA" userId="2dcd9e37-326d-4709-acd7-5ac3ef4a188f" providerId="ADAL" clId="{90FC8904-329F-4057-8558-B6B7CD5EF3B2}" dt="2024-03-31T16:02:28.031" v="65" actId="47"/>
        <pc:sldMkLst>
          <pc:docMk/>
          <pc:sldMk cId="296554654" sldId="277"/>
        </pc:sldMkLst>
      </pc:sldChg>
      <pc:sldChg chg="addSp modSp add mod ord">
        <pc:chgData name="THISSIANY BEATRIZ ALMEIDA" userId="2dcd9e37-326d-4709-acd7-5ac3ef4a188f" providerId="ADAL" clId="{90FC8904-329F-4057-8558-B6B7CD5EF3B2}" dt="2024-03-31T19:03:08.374" v="10733" actId="1076"/>
        <pc:sldMkLst>
          <pc:docMk/>
          <pc:sldMk cId="2304244447" sldId="279"/>
        </pc:sldMkLst>
        <pc:spChg chg="mod">
          <ac:chgData name="THISSIANY BEATRIZ ALMEIDA" userId="2dcd9e37-326d-4709-acd7-5ac3ef4a188f" providerId="ADAL" clId="{90FC8904-329F-4057-8558-B6B7CD5EF3B2}" dt="2024-03-31T16:14:40.021" v="1475" actId="20577"/>
          <ac:spMkLst>
            <pc:docMk/>
            <pc:sldMk cId="2304244447" sldId="279"/>
            <ac:spMk id="3" creationId="{4AC60B31-2446-480C-4F18-F64B44E177FA}"/>
          </ac:spMkLst>
        </pc:spChg>
        <pc:spChg chg="mod">
          <ac:chgData name="THISSIANY BEATRIZ ALMEIDA" userId="2dcd9e37-326d-4709-acd7-5ac3ef4a188f" providerId="ADAL" clId="{90FC8904-329F-4057-8558-B6B7CD5EF3B2}" dt="2024-03-31T18:34:47.049" v="10077" actId="20577"/>
          <ac:spMkLst>
            <pc:docMk/>
            <pc:sldMk cId="2304244447" sldId="279"/>
            <ac:spMk id="4" creationId="{71C08C84-8944-92FB-1EED-28F3C5C2825D}"/>
          </ac:spMkLst>
        </pc:spChg>
        <pc:picChg chg="add mod">
          <ac:chgData name="THISSIANY BEATRIZ ALMEIDA" userId="2dcd9e37-326d-4709-acd7-5ac3ef4a188f" providerId="ADAL" clId="{90FC8904-329F-4057-8558-B6B7CD5EF3B2}" dt="2024-03-31T19:03:08.374" v="10733" actId="1076"/>
          <ac:picMkLst>
            <pc:docMk/>
            <pc:sldMk cId="2304244447" sldId="279"/>
            <ac:picMk id="6" creationId="{C88AF457-8DA3-87C8-C89F-24159940EFFD}"/>
          </ac:picMkLst>
        </pc:picChg>
      </pc:sldChg>
      <pc:sldChg chg="del">
        <pc:chgData name="THISSIANY BEATRIZ ALMEIDA" userId="2dcd9e37-326d-4709-acd7-5ac3ef4a188f" providerId="ADAL" clId="{90FC8904-329F-4057-8558-B6B7CD5EF3B2}" dt="2024-03-31T16:02:19.662" v="50" actId="47"/>
        <pc:sldMkLst>
          <pc:docMk/>
          <pc:sldMk cId="3230539751" sldId="279"/>
        </pc:sldMkLst>
      </pc:sldChg>
      <pc:sldChg chg="modSp add del mod">
        <pc:chgData name="THISSIANY BEATRIZ ALMEIDA" userId="2dcd9e37-326d-4709-acd7-5ac3ef4a188f" providerId="ADAL" clId="{90FC8904-329F-4057-8558-B6B7CD5EF3B2}" dt="2024-03-31T18:10:27.986" v="8591" actId="47"/>
        <pc:sldMkLst>
          <pc:docMk/>
          <pc:sldMk cId="3336015908" sldId="280"/>
        </pc:sldMkLst>
        <pc:spChg chg="mod">
          <ac:chgData name="THISSIANY BEATRIZ ALMEIDA" userId="2dcd9e37-326d-4709-acd7-5ac3ef4a188f" providerId="ADAL" clId="{90FC8904-329F-4057-8558-B6B7CD5EF3B2}" dt="2024-03-31T16:12:54.206" v="1061" actId="20577"/>
          <ac:spMkLst>
            <pc:docMk/>
            <pc:sldMk cId="3336015908" sldId="280"/>
            <ac:spMk id="3" creationId="{4AC60B31-2446-480C-4F18-F64B44E177FA}"/>
          </ac:spMkLst>
        </pc:spChg>
      </pc:sldChg>
      <pc:sldChg chg="delSp modSp add mod">
        <pc:chgData name="THISSIANY BEATRIZ ALMEIDA" userId="2dcd9e37-326d-4709-acd7-5ac3ef4a188f" providerId="ADAL" clId="{90FC8904-329F-4057-8558-B6B7CD5EF3B2}" dt="2024-03-31T19:04:27.984" v="10797" actId="20577"/>
        <pc:sldMkLst>
          <pc:docMk/>
          <pc:sldMk cId="3318160058" sldId="281"/>
        </pc:sldMkLst>
        <pc:spChg chg="mod">
          <ac:chgData name="THISSIANY BEATRIZ ALMEIDA" userId="2dcd9e37-326d-4709-acd7-5ac3ef4a188f" providerId="ADAL" clId="{90FC8904-329F-4057-8558-B6B7CD5EF3B2}" dt="2024-03-31T19:04:27.984" v="10797" actId="20577"/>
          <ac:spMkLst>
            <pc:docMk/>
            <pc:sldMk cId="3318160058" sldId="281"/>
            <ac:spMk id="3" creationId="{4AC60B31-2446-480C-4F18-F64B44E177FA}"/>
          </ac:spMkLst>
        </pc:spChg>
        <pc:spChg chg="mod">
          <ac:chgData name="THISSIANY BEATRIZ ALMEIDA" userId="2dcd9e37-326d-4709-acd7-5ac3ef4a188f" providerId="ADAL" clId="{90FC8904-329F-4057-8558-B6B7CD5EF3B2}" dt="2024-03-31T16:15:46.451" v="1508" actId="20577"/>
          <ac:spMkLst>
            <pc:docMk/>
            <pc:sldMk cId="3318160058" sldId="281"/>
            <ac:spMk id="4" creationId="{71C08C84-8944-92FB-1EED-28F3C5C2825D}"/>
          </ac:spMkLst>
        </pc:spChg>
        <pc:picChg chg="del">
          <ac:chgData name="THISSIANY BEATRIZ ALMEIDA" userId="2dcd9e37-326d-4709-acd7-5ac3ef4a188f" providerId="ADAL" clId="{90FC8904-329F-4057-8558-B6B7CD5EF3B2}" dt="2024-03-31T16:15:36.180" v="1480" actId="478"/>
          <ac:picMkLst>
            <pc:docMk/>
            <pc:sldMk cId="3318160058" sldId="281"/>
            <ac:picMk id="6" creationId="{C88AF457-8DA3-87C8-C89F-24159940EFFD}"/>
          </ac:picMkLst>
        </pc:picChg>
      </pc:sldChg>
      <pc:sldChg chg="addSp modSp add mod">
        <pc:chgData name="THISSIANY BEATRIZ ALMEIDA" userId="2dcd9e37-326d-4709-acd7-5ac3ef4a188f" providerId="ADAL" clId="{90FC8904-329F-4057-8558-B6B7CD5EF3B2}" dt="2024-03-31T19:05:38.413" v="10798"/>
        <pc:sldMkLst>
          <pc:docMk/>
          <pc:sldMk cId="478037718" sldId="282"/>
        </pc:sldMkLst>
        <pc:spChg chg="mod">
          <ac:chgData name="THISSIANY BEATRIZ ALMEIDA" userId="2dcd9e37-326d-4709-acd7-5ac3ef4a188f" providerId="ADAL" clId="{90FC8904-329F-4057-8558-B6B7CD5EF3B2}" dt="2024-03-31T18:35:53.977" v="10111" actId="20577"/>
          <ac:spMkLst>
            <pc:docMk/>
            <pc:sldMk cId="478037718" sldId="282"/>
            <ac:spMk id="3" creationId="{4AC60B31-2446-480C-4F18-F64B44E177FA}"/>
          </ac:spMkLst>
        </pc:spChg>
        <pc:picChg chg="add mod">
          <ac:chgData name="THISSIANY BEATRIZ ALMEIDA" userId="2dcd9e37-326d-4709-acd7-5ac3ef4a188f" providerId="ADAL" clId="{90FC8904-329F-4057-8558-B6B7CD5EF3B2}" dt="2024-03-31T19:05:38.413" v="10798"/>
          <ac:picMkLst>
            <pc:docMk/>
            <pc:sldMk cId="478037718" sldId="282"/>
            <ac:picMk id="6" creationId="{65982DBB-C0AD-22E7-A33B-FBB0363D011D}"/>
          </ac:picMkLst>
        </pc:picChg>
      </pc:sldChg>
      <pc:sldChg chg="addSp delSp modSp add mod">
        <pc:chgData name="THISSIANY BEATRIZ ALMEIDA" userId="2dcd9e37-326d-4709-acd7-5ac3ef4a188f" providerId="ADAL" clId="{90FC8904-329F-4057-8558-B6B7CD5EF3B2}" dt="2024-03-31T19:05:54.544" v="10799"/>
        <pc:sldMkLst>
          <pc:docMk/>
          <pc:sldMk cId="95084108" sldId="283"/>
        </pc:sldMkLst>
        <pc:spChg chg="mod">
          <ac:chgData name="THISSIANY BEATRIZ ALMEIDA" userId="2dcd9e37-326d-4709-acd7-5ac3ef4a188f" providerId="ADAL" clId="{90FC8904-329F-4057-8558-B6B7CD5EF3B2}" dt="2024-03-31T18:35:58.739" v="10113" actId="20577"/>
          <ac:spMkLst>
            <pc:docMk/>
            <pc:sldMk cId="95084108" sldId="283"/>
            <ac:spMk id="3" creationId="{4AC60B31-2446-480C-4F18-F64B44E177FA}"/>
          </ac:spMkLst>
        </pc:spChg>
        <pc:picChg chg="del">
          <ac:chgData name="THISSIANY BEATRIZ ALMEIDA" userId="2dcd9e37-326d-4709-acd7-5ac3ef4a188f" providerId="ADAL" clId="{90FC8904-329F-4057-8558-B6B7CD5EF3B2}" dt="2024-03-31T16:21:53.641" v="2118" actId="478"/>
          <ac:picMkLst>
            <pc:docMk/>
            <pc:sldMk cId="95084108" sldId="283"/>
            <ac:picMk id="6" creationId="{65982DBB-C0AD-22E7-A33B-FBB0363D011D}"/>
          </ac:picMkLst>
        </pc:picChg>
        <pc:picChg chg="add mod">
          <ac:chgData name="THISSIANY BEATRIZ ALMEIDA" userId="2dcd9e37-326d-4709-acd7-5ac3ef4a188f" providerId="ADAL" clId="{90FC8904-329F-4057-8558-B6B7CD5EF3B2}" dt="2024-03-31T19:05:54.544" v="10799"/>
          <ac:picMkLst>
            <pc:docMk/>
            <pc:sldMk cId="95084108" sldId="283"/>
            <ac:picMk id="7" creationId="{A47B4678-C845-4D37-FAF1-797725FA04F1}"/>
          </ac:picMkLst>
        </pc:picChg>
      </pc:sldChg>
      <pc:sldChg chg="addSp modSp add mod">
        <pc:chgData name="THISSIANY BEATRIZ ALMEIDA" userId="2dcd9e37-326d-4709-acd7-5ac3ef4a188f" providerId="ADAL" clId="{90FC8904-329F-4057-8558-B6B7CD5EF3B2}" dt="2024-03-31T19:06:16.654" v="10802"/>
        <pc:sldMkLst>
          <pc:docMk/>
          <pc:sldMk cId="1539306792" sldId="284"/>
        </pc:sldMkLst>
        <pc:spChg chg="mod">
          <ac:chgData name="THISSIANY BEATRIZ ALMEIDA" userId="2dcd9e37-326d-4709-acd7-5ac3ef4a188f" providerId="ADAL" clId="{90FC8904-329F-4057-8558-B6B7CD5EF3B2}" dt="2024-03-31T16:24:42.450" v="2469" actId="20577"/>
          <ac:spMkLst>
            <pc:docMk/>
            <pc:sldMk cId="1539306792" sldId="284"/>
            <ac:spMk id="3" creationId="{4AC60B31-2446-480C-4F18-F64B44E177FA}"/>
          </ac:spMkLst>
        </pc:spChg>
        <pc:picChg chg="add mod">
          <ac:chgData name="THISSIANY BEATRIZ ALMEIDA" userId="2dcd9e37-326d-4709-acd7-5ac3ef4a188f" providerId="ADAL" clId="{90FC8904-329F-4057-8558-B6B7CD5EF3B2}" dt="2024-03-31T19:06:16.654" v="10802"/>
          <ac:picMkLst>
            <pc:docMk/>
            <pc:sldMk cId="1539306792" sldId="284"/>
            <ac:picMk id="6" creationId="{CC4111D6-0342-9C1B-7C14-BB9CFE256945}"/>
          </ac:picMkLst>
        </pc:picChg>
      </pc:sldChg>
      <pc:sldChg chg="addSp delSp modSp add mod">
        <pc:chgData name="THISSIANY BEATRIZ ALMEIDA" userId="2dcd9e37-326d-4709-acd7-5ac3ef4a188f" providerId="ADAL" clId="{90FC8904-329F-4057-8558-B6B7CD5EF3B2}" dt="2024-03-31T19:16:21.193" v="11509"/>
        <pc:sldMkLst>
          <pc:docMk/>
          <pc:sldMk cId="1247416351" sldId="285"/>
        </pc:sldMkLst>
        <pc:spChg chg="mod">
          <ac:chgData name="THISSIANY BEATRIZ ALMEIDA" userId="2dcd9e37-326d-4709-acd7-5ac3ef4a188f" providerId="ADAL" clId="{90FC8904-329F-4057-8558-B6B7CD5EF3B2}" dt="2024-03-31T19:12:06.778" v="11107" actId="20577"/>
          <ac:spMkLst>
            <pc:docMk/>
            <pc:sldMk cId="1247416351" sldId="285"/>
            <ac:spMk id="3" creationId="{4AC60B31-2446-480C-4F18-F64B44E177FA}"/>
          </ac:spMkLst>
        </pc:spChg>
        <pc:picChg chg="add mod modCrop">
          <ac:chgData name="THISSIANY BEATRIZ ALMEIDA" userId="2dcd9e37-326d-4709-acd7-5ac3ef4a188f" providerId="ADAL" clId="{90FC8904-329F-4057-8558-B6B7CD5EF3B2}" dt="2024-03-31T19:16:21.193" v="11509"/>
          <ac:picMkLst>
            <pc:docMk/>
            <pc:sldMk cId="1247416351" sldId="285"/>
            <ac:picMk id="5" creationId="{19AE5DB1-5139-A19B-479D-A450BD840BB2}"/>
          </ac:picMkLst>
        </pc:picChg>
        <pc:picChg chg="del">
          <ac:chgData name="THISSIANY BEATRIZ ALMEIDA" userId="2dcd9e37-326d-4709-acd7-5ac3ef4a188f" providerId="ADAL" clId="{90FC8904-329F-4057-8558-B6B7CD5EF3B2}" dt="2024-03-31T16:26:08.404" v="2475" actId="478"/>
          <ac:picMkLst>
            <pc:docMk/>
            <pc:sldMk cId="1247416351" sldId="285"/>
            <ac:picMk id="6" creationId="{CC4111D6-0342-9C1B-7C14-BB9CFE256945}"/>
          </ac:picMkLst>
        </pc:picChg>
      </pc:sldChg>
      <pc:sldChg chg="addSp modSp add del mod">
        <pc:chgData name="THISSIANY BEATRIZ ALMEIDA" userId="2dcd9e37-326d-4709-acd7-5ac3ef4a188f" providerId="ADAL" clId="{90FC8904-329F-4057-8558-B6B7CD5EF3B2}" dt="2024-03-31T19:16:46.790" v="11511" actId="47"/>
        <pc:sldMkLst>
          <pc:docMk/>
          <pc:sldMk cId="864003629" sldId="286"/>
        </pc:sldMkLst>
        <pc:spChg chg="mod">
          <ac:chgData name="THISSIANY BEATRIZ ALMEIDA" userId="2dcd9e37-326d-4709-acd7-5ac3ef4a188f" providerId="ADAL" clId="{90FC8904-329F-4057-8558-B6B7CD5EF3B2}" dt="2024-03-31T16:29:18.020" v="2839" actId="5793"/>
          <ac:spMkLst>
            <pc:docMk/>
            <pc:sldMk cId="864003629" sldId="286"/>
            <ac:spMk id="3" creationId="{4AC60B31-2446-480C-4F18-F64B44E177FA}"/>
          </ac:spMkLst>
        </pc:spChg>
        <pc:spChg chg="mod">
          <ac:chgData name="THISSIANY BEATRIZ ALMEIDA" userId="2dcd9e37-326d-4709-acd7-5ac3ef4a188f" providerId="ADAL" clId="{90FC8904-329F-4057-8558-B6B7CD5EF3B2}" dt="2024-03-31T19:06:52.414" v="10804" actId="1076"/>
          <ac:spMkLst>
            <pc:docMk/>
            <pc:sldMk cId="864003629" sldId="286"/>
            <ac:spMk id="4" creationId="{71C08C84-8944-92FB-1EED-28F3C5C2825D}"/>
          </ac:spMkLst>
        </pc:spChg>
        <pc:picChg chg="add mod modCrop">
          <ac:chgData name="THISSIANY BEATRIZ ALMEIDA" userId="2dcd9e37-326d-4709-acd7-5ac3ef4a188f" providerId="ADAL" clId="{90FC8904-329F-4057-8558-B6B7CD5EF3B2}" dt="2024-03-31T19:07:21.774" v="10813" actId="732"/>
          <ac:picMkLst>
            <pc:docMk/>
            <pc:sldMk cId="864003629" sldId="286"/>
            <ac:picMk id="6" creationId="{20BB81F7-C8FD-32B8-FD22-B30EF3FB2017}"/>
          </ac:picMkLst>
        </pc:picChg>
      </pc:sldChg>
      <pc:sldChg chg="addSp modSp add mod">
        <pc:chgData name="THISSIANY BEATRIZ ALMEIDA" userId="2dcd9e37-326d-4709-acd7-5ac3ef4a188f" providerId="ADAL" clId="{90FC8904-329F-4057-8558-B6B7CD5EF3B2}" dt="2024-03-31T19:18:10.355" v="11512"/>
        <pc:sldMkLst>
          <pc:docMk/>
          <pc:sldMk cId="3708333575" sldId="287"/>
        </pc:sldMkLst>
        <pc:spChg chg="mod">
          <ac:chgData name="THISSIANY BEATRIZ ALMEIDA" userId="2dcd9e37-326d-4709-acd7-5ac3ef4a188f" providerId="ADAL" clId="{90FC8904-329F-4057-8558-B6B7CD5EF3B2}" dt="2024-03-31T16:31:19.351" v="3066" actId="20577"/>
          <ac:spMkLst>
            <pc:docMk/>
            <pc:sldMk cId="3708333575" sldId="287"/>
            <ac:spMk id="3" creationId="{4AC60B31-2446-480C-4F18-F64B44E177FA}"/>
          </ac:spMkLst>
        </pc:spChg>
        <pc:picChg chg="add mod">
          <ac:chgData name="THISSIANY BEATRIZ ALMEIDA" userId="2dcd9e37-326d-4709-acd7-5ac3ef4a188f" providerId="ADAL" clId="{90FC8904-329F-4057-8558-B6B7CD5EF3B2}" dt="2024-03-31T19:18:10.355" v="11512"/>
          <ac:picMkLst>
            <pc:docMk/>
            <pc:sldMk cId="3708333575" sldId="287"/>
            <ac:picMk id="6" creationId="{613109BA-3755-6417-3206-852CAA827351}"/>
          </ac:picMkLst>
        </pc:picChg>
      </pc:sldChg>
      <pc:sldChg chg="addSp delSp modSp add mod">
        <pc:chgData name="THISSIANY BEATRIZ ALMEIDA" userId="2dcd9e37-326d-4709-acd7-5ac3ef4a188f" providerId="ADAL" clId="{90FC8904-329F-4057-8558-B6B7CD5EF3B2}" dt="2024-03-31T19:18:31.993" v="11515" actId="1076"/>
        <pc:sldMkLst>
          <pc:docMk/>
          <pc:sldMk cId="3085221694" sldId="288"/>
        </pc:sldMkLst>
        <pc:spChg chg="mod">
          <ac:chgData name="THISSIANY BEATRIZ ALMEIDA" userId="2dcd9e37-326d-4709-acd7-5ac3ef4a188f" providerId="ADAL" clId="{90FC8904-329F-4057-8558-B6B7CD5EF3B2}" dt="2024-03-31T16:33:00.135" v="3314" actId="20577"/>
          <ac:spMkLst>
            <pc:docMk/>
            <pc:sldMk cId="3085221694" sldId="288"/>
            <ac:spMk id="3" creationId="{4AC60B31-2446-480C-4F18-F64B44E177FA}"/>
          </ac:spMkLst>
        </pc:spChg>
        <pc:picChg chg="del">
          <ac:chgData name="THISSIANY BEATRIZ ALMEIDA" userId="2dcd9e37-326d-4709-acd7-5ac3ef4a188f" providerId="ADAL" clId="{90FC8904-329F-4057-8558-B6B7CD5EF3B2}" dt="2024-03-31T16:32:21.869" v="3082" actId="478"/>
          <ac:picMkLst>
            <pc:docMk/>
            <pc:sldMk cId="3085221694" sldId="288"/>
            <ac:picMk id="6" creationId="{613109BA-3755-6417-3206-852CAA827351}"/>
          </ac:picMkLst>
        </pc:picChg>
        <pc:picChg chg="add mod">
          <ac:chgData name="THISSIANY BEATRIZ ALMEIDA" userId="2dcd9e37-326d-4709-acd7-5ac3ef4a188f" providerId="ADAL" clId="{90FC8904-329F-4057-8558-B6B7CD5EF3B2}" dt="2024-03-31T19:18:31.993" v="11515" actId="1076"/>
          <ac:picMkLst>
            <pc:docMk/>
            <pc:sldMk cId="3085221694" sldId="288"/>
            <ac:picMk id="7" creationId="{E2262E13-9332-8E3A-149B-87A8FEF6C2B9}"/>
          </ac:picMkLst>
        </pc:picChg>
      </pc:sldChg>
      <pc:sldChg chg="modSp add mod">
        <pc:chgData name="THISSIANY BEATRIZ ALMEIDA" userId="2dcd9e37-326d-4709-acd7-5ac3ef4a188f" providerId="ADAL" clId="{90FC8904-329F-4057-8558-B6B7CD5EF3B2}" dt="2024-03-31T19:19:11.812" v="11518"/>
        <pc:sldMkLst>
          <pc:docMk/>
          <pc:sldMk cId="1480759148" sldId="289"/>
        </pc:sldMkLst>
        <pc:spChg chg="mod">
          <ac:chgData name="THISSIANY BEATRIZ ALMEIDA" userId="2dcd9e37-326d-4709-acd7-5ac3ef4a188f" providerId="ADAL" clId="{90FC8904-329F-4057-8558-B6B7CD5EF3B2}" dt="2024-03-31T16:34:30.659" v="3511" actId="20577"/>
          <ac:spMkLst>
            <pc:docMk/>
            <pc:sldMk cId="1480759148" sldId="289"/>
            <ac:spMk id="3" creationId="{4AC60B31-2446-480C-4F18-F64B44E177FA}"/>
          </ac:spMkLst>
        </pc:spChg>
        <pc:picChg chg="mod">
          <ac:chgData name="THISSIANY BEATRIZ ALMEIDA" userId="2dcd9e37-326d-4709-acd7-5ac3ef4a188f" providerId="ADAL" clId="{90FC8904-329F-4057-8558-B6B7CD5EF3B2}" dt="2024-03-31T19:19:11.812" v="11518"/>
          <ac:picMkLst>
            <pc:docMk/>
            <pc:sldMk cId="1480759148" sldId="289"/>
            <ac:picMk id="7" creationId="{E2262E13-9332-8E3A-149B-87A8FEF6C2B9}"/>
          </ac:picMkLst>
        </pc:picChg>
      </pc:sldChg>
      <pc:sldChg chg="addSp delSp modSp add mod">
        <pc:chgData name="THISSIANY BEATRIZ ALMEIDA" userId="2dcd9e37-326d-4709-acd7-5ac3ef4a188f" providerId="ADAL" clId="{90FC8904-329F-4057-8558-B6B7CD5EF3B2}" dt="2024-03-31T19:19:29.509" v="11521"/>
        <pc:sldMkLst>
          <pc:docMk/>
          <pc:sldMk cId="4220901743" sldId="290"/>
        </pc:sldMkLst>
        <pc:spChg chg="mod">
          <ac:chgData name="THISSIANY BEATRIZ ALMEIDA" userId="2dcd9e37-326d-4709-acd7-5ac3ef4a188f" providerId="ADAL" clId="{90FC8904-329F-4057-8558-B6B7CD5EF3B2}" dt="2024-03-31T16:36:09.505" v="3742" actId="20577"/>
          <ac:spMkLst>
            <pc:docMk/>
            <pc:sldMk cId="4220901743" sldId="290"/>
            <ac:spMk id="3" creationId="{4AC60B31-2446-480C-4F18-F64B44E177FA}"/>
          </ac:spMkLst>
        </pc:spChg>
        <pc:picChg chg="add mod modCrop">
          <ac:chgData name="THISSIANY BEATRIZ ALMEIDA" userId="2dcd9e37-326d-4709-acd7-5ac3ef4a188f" providerId="ADAL" clId="{90FC8904-329F-4057-8558-B6B7CD5EF3B2}" dt="2024-03-31T19:19:29.509" v="11521"/>
          <ac:picMkLst>
            <pc:docMk/>
            <pc:sldMk cId="4220901743" sldId="290"/>
            <ac:picMk id="6" creationId="{8AFFF57A-1158-F575-8C8C-27E85F98DD49}"/>
          </ac:picMkLst>
        </pc:picChg>
        <pc:picChg chg="del">
          <ac:chgData name="THISSIANY BEATRIZ ALMEIDA" userId="2dcd9e37-326d-4709-acd7-5ac3ef4a188f" providerId="ADAL" clId="{90FC8904-329F-4057-8558-B6B7CD5EF3B2}" dt="2024-03-31T16:35:26.349" v="3538" actId="478"/>
          <ac:picMkLst>
            <pc:docMk/>
            <pc:sldMk cId="4220901743" sldId="290"/>
            <ac:picMk id="7" creationId="{E2262E13-9332-8E3A-149B-87A8FEF6C2B9}"/>
          </ac:picMkLst>
        </pc:picChg>
      </pc:sldChg>
      <pc:sldChg chg="addSp delSp modSp add mod">
        <pc:chgData name="THISSIANY BEATRIZ ALMEIDA" userId="2dcd9e37-326d-4709-acd7-5ac3ef4a188f" providerId="ADAL" clId="{90FC8904-329F-4057-8558-B6B7CD5EF3B2}" dt="2024-03-31T19:22:22.992" v="11614"/>
        <pc:sldMkLst>
          <pc:docMk/>
          <pc:sldMk cId="2062051258" sldId="291"/>
        </pc:sldMkLst>
        <pc:spChg chg="mod">
          <ac:chgData name="THISSIANY BEATRIZ ALMEIDA" userId="2dcd9e37-326d-4709-acd7-5ac3ef4a188f" providerId="ADAL" clId="{90FC8904-329F-4057-8558-B6B7CD5EF3B2}" dt="2024-03-31T19:22:05.906" v="11611" actId="20577"/>
          <ac:spMkLst>
            <pc:docMk/>
            <pc:sldMk cId="2062051258" sldId="291"/>
            <ac:spMk id="3" creationId="{4AC60B31-2446-480C-4F18-F64B44E177FA}"/>
          </ac:spMkLst>
        </pc:spChg>
        <pc:spChg chg="mod">
          <ac:chgData name="THISSIANY BEATRIZ ALMEIDA" userId="2dcd9e37-326d-4709-acd7-5ac3ef4a188f" providerId="ADAL" clId="{90FC8904-329F-4057-8558-B6B7CD5EF3B2}" dt="2024-03-31T16:37:14.315" v="3784" actId="20577"/>
          <ac:spMkLst>
            <pc:docMk/>
            <pc:sldMk cId="2062051258" sldId="291"/>
            <ac:spMk id="4" creationId="{71C08C84-8944-92FB-1EED-28F3C5C2825D}"/>
          </ac:spMkLst>
        </pc:spChg>
        <pc:picChg chg="del">
          <ac:chgData name="THISSIANY BEATRIZ ALMEIDA" userId="2dcd9e37-326d-4709-acd7-5ac3ef4a188f" providerId="ADAL" clId="{90FC8904-329F-4057-8558-B6B7CD5EF3B2}" dt="2024-03-31T16:37:04.670" v="3748" actId="478"/>
          <ac:picMkLst>
            <pc:docMk/>
            <pc:sldMk cId="2062051258" sldId="291"/>
            <ac:picMk id="6" creationId="{8AFFF57A-1158-F575-8C8C-27E85F98DD49}"/>
          </ac:picMkLst>
        </pc:picChg>
        <pc:picChg chg="add mod modCrop">
          <ac:chgData name="THISSIANY BEATRIZ ALMEIDA" userId="2dcd9e37-326d-4709-acd7-5ac3ef4a188f" providerId="ADAL" clId="{90FC8904-329F-4057-8558-B6B7CD5EF3B2}" dt="2024-03-31T19:22:22.992" v="11614"/>
          <ac:picMkLst>
            <pc:docMk/>
            <pc:sldMk cId="2062051258" sldId="291"/>
            <ac:picMk id="7" creationId="{4B17BA4A-7910-355E-18FB-1B89D8F8D123}"/>
          </ac:picMkLst>
        </pc:picChg>
      </pc:sldChg>
      <pc:sldChg chg="addSp delSp modSp add mod">
        <pc:chgData name="THISSIANY BEATRIZ ALMEIDA" userId="2dcd9e37-326d-4709-acd7-5ac3ef4a188f" providerId="ADAL" clId="{90FC8904-329F-4057-8558-B6B7CD5EF3B2}" dt="2024-03-31T19:23:57.733" v="11679"/>
        <pc:sldMkLst>
          <pc:docMk/>
          <pc:sldMk cId="2889557379" sldId="292"/>
        </pc:sldMkLst>
        <pc:spChg chg="mod">
          <ac:chgData name="THISSIANY BEATRIZ ALMEIDA" userId="2dcd9e37-326d-4709-acd7-5ac3ef4a188f" providerId="ADAL" clId="{90FC8904-329F-4057-8558-B6B7CD5EF3B2}" dt="2024-03-31T16:51:00.235" v="4215" actId="20577"/>
          <ac:spMkLst>
            <pc:docMk/>
            <pc:sldMk cId="2889557379" sldId="292"/>
            <ac:spMk id="3" creationId="{4AC60B31-2446-480C-4F18-F64B44E177FA}"/>
          </ac:spMkLst>
        </pc:spChg>
        <pc:picChg chg="add mod">
          <ac:chgData name="THISSIANY BEATRIZ ALMEIDA" userId="2dcd9e37-326d-4709-acd7-5ac3ef4a188f" providerId="ADAL" clId="{90FC8904-329F-4057-8558-B6B7CD5EF3B2}" dt="2024-03-31T19:23:57.733" v="11679"/>
          <ac:picMkLst>
            <pc:docMk/>
            <pc:sldMk cId="2889557379" sldId="292"/>
            <ac:picMk id="6" creationId="{D690F90E-B191-6683-C562-93BB3C05F8F5}"/>
          </ac:picMkLst>
        </pc:picChg>
        <pc:picChg chg="del">
          <ac:chgData name="THISSIANY BEATRIZ ALMEIDA" userId="2dcd9e37-326d-4709-acd7-5ac3ef4a188f" providerId="ADAL" clId="{90FC8904-329F-4057-8558-B6B7CD5EF3B2}" dt="2024-03-31T16:50:25.453" v="4066" actId="478"/>
          <ac:picMkLst>
            <pc:docMk/>
            <pc:sldMk cId="2889557379" sldId="292"/>
            <ac:picMk id="7" creationId="{4B17BA4A-7910-355E-18FB-1B89D8F8D123}"/>
          </ac:picMkLst>
        </pc:picChg>
      </pc:sldChg>
      <pc:sldChg chg="addSp delSp modSp add mod">
        <pc:chgData name="THISSIANY BEATRIZ ALMEIDA" userId="2dcd9e37-326d-4709-acd7-5ac3ef4a188f" providerId="ADAL" clId="{90FC8904-329F-4057-8558-B6B7CD5EF3B2}" dt="2024-03-31T19:24:42.403" v="11682"/>
        <pc:sldMkLst>
          <pc:docMk/>
          <pc:sldMk cId="2038123952" sldId="293"/>
        </pc:sldMkLst>
        <pc:spChg chg="mod">
          <ac:chgData name="THISSIANY BEATRIZ ALMEIDA" userId="2dcd9e37-326d-4709-acd7-5ac3ef4a188f" providerId="ADAL" clId="{90FC8904-329F-4057-8558-B6B7CD5EF3B2}" dt="2024-03-31T16:57:54.488" v="4359" actId="20577"/>
          <ac:spMkLst>
            <pc:docMk/>
            <pc:sldMk cId="2038123952" sldId="293"/>
            <ac:spMk id="3" creationId="{4AC60B31-2446-480C-4F18-F64B44E177FA}"/>
          </ac:spMkLst>
        </pc:spChg>
        <pc:picChg chg="del">
          <ac:chgData name="THISSIANY BEATRIZ ALMEIDA" userId="2dcd9e37-326d-4709-acd7-5ac3ef4a188f" providerId="ADAL" clId="{90FC8904-329F-4057-8558-B6B7CD5EF3B2}" dt="2024-03-31T16:57:09.704" v="4220" actId="478"/>
          <ac:picMkLst>
            <pc:docMk/>
            <pc:sldMk cId="2038123952" sldId="293"/>
            <ac:picMk id="6" creationId="{D690F90E-B191-6683-C562-93BB3C05F8F5}"/>
          </ac:picMkLst>
        </pc:picChg>
        <pc:picChg chg="add mod">
          <ac:chgData name="THISSIANY BEATRIZ ALMEIDA" userId="2dcd9e37-326d-4709-acd7-5ac3ef4a188f" providerId="ADAL" clId="{90FC8904-329F-4057-8558-B6B7CD5EF3B2}" dt="2024-03-31T19:24:42.403" v="11682"/>
          <ac:picMkLst>
            <pc:docMk/>
            <pc:sldMk cId="2038123952" sldId="293"/>
            <ac:picMk id="7" creationId="{A7FE87C6-5A3A-B34E-63E9-B9885A7571AD}"/>
          </ac:picMkLst>
        </pc:picChg>
      </pc:sldChg>
      <pc:sldChg chg="addSp delSp modSp add mod">
        <pc:chgData name="THISSIANY BEATRIZ ALMEIDA" userId="2dcd9e37-326d-4709-acd7-5ac3ef4a188f" providerId="ADAL" clId="{90FC8904-329F-4057-8558-B6B7CD5EF3B2}" dt="2024-03-31T19:34:31.422" v="11819" actId="14100"/>
        <pc:sldMkLst>
          <pc:docMk/>
          <pc:sldMk cId="2536105763" sldId="294"/>
        </pc:sldMkLst>
        <pc:spChg chg="mod">
          <ac:chgData name="THISSIANY BEATRIZ ALMEIDA" userId="2dcd9e37-326d-4709-acd7-5ac3ef4a188f" providerId="ADAL" clId="{90FC8904-329F-4057-8558-B6B7CD5EF3B2}" dt="2024-03-31T19:33:26.207" v="11814" actId="2711"/>
          <ac:spMkLst>
            <pc:docMk/>
            <pc:sldMk cId="2536105763" sldId="294"/>
            <ac:spMk id="3" creationId="{4AC60B31-2446-480C-4F18-F64B44E177FA}"/>
          </ac:spMkLst>
        </pc:spChg>
        <pc:spChg chg="add mod">
          <ac:chgData name="THISSIANY BEATRIZ ALMEIDA" userId="2dcd9e37-326d-4709-acd7-5ac3ef4a188f" providerId="ADAL" clId="{90FC8904-329F-4057-8558-B6B7CD5EF3B2}" dt="2024-03-31T17:05:22.421" v="4698" actId="164"/>
          <ac:spMkLst>
            <pc:docMk/>
            <pc:sldMk cId="2536105763" sldId="294"/>
            <ac:spMk id="8" creationId="{AF7B56B2-9870-3689-6E07-9EE5A773ED79}"/>
          </ac:spMkLst>
        </pc:spChg>
        <pc:grpChg chg="add mod">
          <ac:chgData name="THISSIANY BEATRIZ ALMEIDA" userId="2dcd9e37-326d-4709-acd7-5ac3ef4a188f" providerId="ADAL" clId="{90FC8904-329F-4057-8558-B6B7CD5EF3B2}" dt="2024-03-31T19:34:31.422" v="11819" actId="14100"/>
          <ac:grpSpMkLst>
            <pc:docMk/>
            <pc:sldMk cId="2536105763" sldId="294"/>
            <ac:grpSpMk id="9" creationId="{D41D4130-7D13-8EFB-9958-12651FA3E0BD}"/>
          </ac:grpSpMkLst>
        </pc:grpChg>
        <pc:picChg chg="add mod modCrop">
          <ac:chgData name="THISSIANY BEATRIZ ALMEIDA" userId="2dcd9e37-326d-4709-acd7-5ac3ef4a188f" providerId="ADAL" clId="{90FC8904-329F-4057-8558-B6B7CD5EF3B2}" dt="2024-03-31T19:34:22.592" v="11818" actId="732"/>
          <ac:picMkLst>
            <pc:docMk/>
            <pc:sldMk cId="2536105763" sldId="294"/>
            <ac:picMk id="6" creationId="{E3CEAA70-7A19-A998-FEFA-863050786B18}"/>
          </ac:picMkLst>
        </pc:picChg>
        <pc:picChg chg="del">
          <ac:chgData name="THISSIANY BEATRIZ ALMEIDA" userId="2dcd9e37-326d-4709-acd7-5ac3ef4a188f" providerId="ADAL" clId="{90FC8904-329F-4057-8558-B6B7CD5EF3B2}" dt="2024-03-31T17:00:48.735" v="4385" actId="478"/>
          <ac:picMkLst>
            <pc:docMk/>
            <pc:sldMk cId="2536105763" sldId="294"/>
            <ac:picMk id="7" creationId="{A7FE87C6-5A3A-B34E-63E9-B9885A7571AD}"/>
          </ac:picMkLst>
        </pc:picChg>
      </pc:sldChg>
      <pc:sldChg chg="addSp delSp modSp add mod">
        <pc:chgData name="THISSIANY BEATRIZ ALMEIDA" userId="2dcd9e37-326d-4709-acd7-5ac3ef4a188f" providerId="ADAL" clId="{90FC8904-329F-4057-8558-B6B7CD5EF3B2}" dt="2024-03-31T19:34:51.442" v="11820"/>
        <pc:sldMkLst>
          <pc:docMk/>
          <pc:sldMk cId="406455062" sldId="295"/>
        </pc:sldMkLst>
        <pc:spChg chg="mod">
          <ac:chgData name="THISSIANY BEATRIZ ALMEIDA" userId="2dcd9e37-326d-4709-acd7-5ac3ef4a188f" providerId="ADAL" clId="{90FC8904-329F-4057-8558-B6B7CD5EF3B2}" dt="2024-03-31T17:07:11.975" v="5063" actId="20577"/>
          <ac:spMkLst>
            <pc:docMk/>
            <pc:sldMk cId="406455062" sldId="295"/>
            <ac:spMk id="3" creationId="{4AC60B31-2446-480C-4F18-F64B44E177FA}"/>
          </ac:spMkLst>
        </pc:spChg>
        <pc:grpChg chg="del">
          <ac:chgData name="THISSIANY BEATRIZ ALMEIDA" userId="2dcd9e37-326d-4709-acd7-5ac3ef4a188f" providerId="ADAL" clId="{90FC8904-329F-4057-8558-B6B7CD5EF3B2}" dt="2024-03-31T17:05:38.577" v="4700" actId="478"/>
          <ac:grpSpMkLst>
            <pc:docMk/>
            <pc:sldMk cId="406455062" sldId="295"/>
            <ac:grpSpMk id="9" creationId="{D41D4130-7D13-8EFB-9958-12651FA3E0BD}"/>
          </ac:grpSpMkLst>
        </pc:grpChg>
        <pc:picChg chg="add mod">
          <ac:chgData name="THISSIANY BEATRIZ ALMEIDA" userId="2dcd9e37-326d-4709-acd7-5ac3ef4a188f" providerId="ADAL" clId="{90FC8904-329F-4057-8558-B6B7CD5EF3B2}" dt="2024-03-31T19:34:51.442" v="11820"/>
          <ac:picMkLst>
            <pc:docMk/>
            <pc:sldMk cId="406455062" sldId="295"/>
            <ac:picMk id="7" creationId="{0DB9F019-5D26-8B83-AE13-7F38E9AF96A1}"/>
          </ac:picMkLst>
        </pc:picChg>
      </pc:sldChg>
      <pc:sldChg chg="addSp delSp modSp add mod">
        <pc:chgData name="THISSIANY BEATRIZ ALMEIDA" userId="2dcd9e37-326d-4709-acd7-5ac3ef4a188f" providerId="ADAL" clId="{90FC8904-329F-4057-8558-B6B7CD5EF3B2}" dt="2024-03-31T19:36:14.882" v="11921"/>
        <pc:sldMkLst>
          <pc:docMk/>
          <pc:sldMk cId="4018023200" sldId="296"/>
        </pc:sldMkLst>
        <pc:spChg chg="mod">
          <ac:chgData name="THISSIANY BEATRIZ ALMEIDA" userId="2dcd9e37-326d-4709-acd7-5ac3ef4a188f" providerId="ADAL" clId="{90FC8904-329F-4057-8558-B6B7CD5EF3B2}" dt="2024-03-31T19:35:53.302" v="11917" actId="20577"/>
          <ac:spMkLst>
            <pc:docMk/>
            <pc:sldMk cId="4018023200" sldId="296"/>
            <ac:spMk id="3" creationId="{4AC60B31-2446-480C-4F18-F64B44E177FA}"/>
          </ac:spMkLst>
        </pc:spChg>
        <pc:picChg chg="add mod modCrop">
          <ac:chgData name="THISSIANY BEATRIZ ALMEIDA" userId="2dcd9e37-326d-4709-acd7-5ac3ef4a188f" providerId="ADAL" clId="{90FC8904-329F-4057-8558-B6B7CD5EF3B2}" dt="2024-03-31T19:36:14.882" v="11921"/>
          <ac:picMkLst>
            <pc:docMk/>
            <pc:sldMk cId="4018023200" sldId="296"/>
            <ac:picMk id="6" creationId="{94639D0A-51EC-AD69-6225-82C8BCF15677}"/>
          </ac:picMkLst>
        </pc:picChg>
        <pc:picChg chg="del">
          <ac:chgData name="THISSIANY BEATRIZ ALMEIDA" userId="2dcd9e37-326d-4709-acd7-5ac3ef4a188f" providerId="ADAL" clId="{90FC8904-329F-4057-8558-B6B7CD5EF3B2}" dt="2024-03-31T17:08:17.850" v="5069" actId="478"/>
          <ac:picMkLst>
            <pc:docMk/>
            <pc:sldMk cId="4018023200" sldId="296"/>
            <ac:picMk id="7" creationId="{0DB9F019-5D26-8B83-AE13-7F38E9AF96A1}"/>
          </ac:picMkLst>
        </pc:picChg>
      </pc:sldChg>
      <pc:sldChg chg="addSp delSp modSp add mod modClrScheme chgLayout">
        <pc:chgData name="THISSIANY BEATRIZ ALMEIDA" userId="2dcd9e37-326d-4709-acd7-5ac3ef4a188f" providerId="ADAL" clId="{90FC8904-329F-4057-8558-B6B7CD5EF3B2}" dt="2024-03-31T19:40:45.151" v="12056"/>
        <pc:sldMkLst>
          <pc:docMk/>
          <pc:sldMk cId="1322116644" sldId="297"/>
        </pc:sldMkLst>
        <pc:spChg chg="del mod ord">
          <ac:chgData name="THISSIANY BEATRIZ ALMEIDA" userId="2dcd9e37-326d-4709-acd7-5ac3ef4a188f" providerId="ADAL" clId="{90FC8904-329F-4057-8558-B6B7CD5EF3B2}" dt="2024-03-31T19:38:39.332" v="11997" actId="700"/>
          <ac:spMkLst>
            <pc:docMk/>
            <pc:sldMk cId="1322116644" sldId="297"/>
            <ac:spMk id="2" creationId="{F4F74925-2E15-C761-2CC6-22E98C234A97}"/>
          </ac:spMkLst>
        </pc:spChg>
        <pc:spChg chg="mod ord">
          <ac:chgData name="THISSIANY BEATRIZ ALMEIDA" userId="2dcd9e37-326d-4709-acd7-5ac3ef4a188f" providerId="ADAL" clId="{90FC8904-329F-4057-8558-B6B7CD5EF3B2}" dt="2024-03-31T19:40:26.757" v="12055" actId="20577"/>
          <ac:spMkLst>
            <pc:docMk/>
            <pc:sldMk cId="1322116644" sldId="297"/>
            <ac:spMk id="3" creationId="{4AC60B31-2446-480C-4F18-F64B44E177FA}"/>
          </ac:spMkLst>
        </pc:spChg>
        <pc:spChg chg="add mod ord">
          <ac:chgData name="THISSIANY BEATRIZ ALMEIDA" userId="2dcd9e37-326d-4709-acd7-5ac3ef4a188f" providerId="ADAL" clId="{90FC8904-329F-4057-8558-B6B7CD5EF3B2}" dt="2024-03-31T19:38:39.332" v="11997" actId="700"/>
          <ac:spMkLst>
            <pc:docMk/>
            <pc:sldMk cId="1322116644" sldId="297"/>
            <ac:spMk id="8" creationId="{A83BBE9B-374B-F8A3-8D9A-89E17F4282B0}"/>
          </ac:spMkLst>
        </pc:spChg>
        <pc:spChg chg="add mod ord">
          <ac:chgData name="THISSIANY BEATRIZ ALMEIDA" userId="2dcd9e37-326d-4709-acd7-5ac3ef4a188f" providerId="ADAL" clId="{90FC8904-329F-4057-8558-B6B7CD5EF3B2}" dt="2024-03-31T19:38:39.332" v="11997" actId="700"/>
          <ac:spMkLst>
            <pc:docMk/>
            <pc:sldMk cId="1322116644" sldId="297"/>
            <ac:spMk id="9" creationId="{2FAD4B4B-CF65-3D77-9F0D-DDDFCCE648DB}"/>
          </ac:spMkLst>
        </pc:spChg>
        <pc:picChg chg="del">
          <ac:chgData name="THISSIANY BEATRIZ ALMEIDA" userId="2dcd9e37-326d-4709-acd7-5ac3ef4a188f" providerId="ADAL" clId="{90FC8904-329F-4057-8558-B6B7CD5EF3B2}" dt="2024-03-31T17:12:47.823" v="5448" actId="478"/>
          <ac:picMkLst>
            <pc:docMk/>
            <pc:sldMk cId="1322116644" sldId="297"/>
            <ac:picMk id="6" creationId="{94639D0A-51EC-AD69-6225-82C8BCF15677}"/>
          </ac:picMkLst>
        </pc:picChg>
        <pc:picChg chg="add mod modCrop">
          <ac:chgData name="THISSIANY BEATRIZ ALMEIDA" userId="2dcd9e37-326d-4709-acd7-5ac3ef4a188f" providerId="ADAL" clId="{90FC8904-329F-4057-8558-B6B7CD5EF3B2}" dt="2024-03-31T19:40:45.151" v="12056"/>
          <ac:picMkLst>
            <pc:docMk/>
            <pc:sldMk cId="1322116644" sldId="297"/>
            <ac:picMk id="7" creationId="{B12EB728-9994-22FE-D333-7EA161FA2EB7}"/>
          </ac:picMkLst>
        </pc:picChg>
      </pc:sldChg>
      <pc:sldChg chg="addSp delSp modSp add mod">
        <pc:chgData name="THISSIANY BEATRIZ ALMEIDA" userId="2dcd9e37-326d-4709-acd7-5ac3ef4a188f" providerId="ADAL" clId="{90FC8904-329F-4057-8558-B6B7CD5EF3B2}" dt="2024-04-22T22:35:31.022" v="12099" actId="20577"/>
        <pc:sldMkLst>
          <pc:docMk/>
          <pc:sldMk cId="2941355757" sldId="298"/>
        </pc:sldMkLst>
        <pc:spChg chg="mod">
          <ac:chgData name="THISSIANY BEATRIZ ALMEIDA" userId="2dcd9e37-326d-4709-acd7-5ac3ef4a188f" providerId="ADAL" clId="{90FC8904-329F-4057-8558-B6B7CD5EF3B2}" dt="2024-04-22T22:35:31.022" v="12099" actId="20577"/>
          <ac:spMkLst>
            <pc:docMk/>
            <pc:sldMk cId="2941355757" sldId="298"/>
            <ac:spMk id="2" creationId="{F4F74925-2E15-C761-2CC6-22E98C234A97}"/>
          </ac:spMkLst>
        </pc:spChg>
        <pc:spChg chg="mod">
          <ac:chgData name="THISSIANY BEATRIZ ALMEIDA" userId="2dcd9e37-326d-4709-acd7-5ac3ef4a188f" providerId="ADAL" clId="{90FC8904-329F-4057-8558-B6B7CD5EF3B2}" dt="2024-03-31T17:16:09.082" v="5995" actId="113"/>
          <ac:spMkLst>
            <pc:docMk/>
            <pc:sldMk cId="2941355757" sldId="298"/>
            <ac:spMk id="3" creationId="{4AC60B31-2446-480C-4F18-F64B44E177FA}"/>
          </ac:spMkLst>
        </pc:spChg>
        <pc:picChg chg="add mod modCrop">
          <ac:chgData name="THISSIANY BEATRIZ ALMEIDA" userId="2dcd9e37-326d-4709-acd7-5ac3ef4a188f" providerId="ADAL" clId="{90FC8904-329F-4057-8558-B6B7CD5EF3B2}" dt="2024-03-31T19:41:14.521" v="12059"/>
          <ac:picMkLst>
            <pc:docMk/>
            <pc:sldMk cId="2941355757" sldId="298"/>
            <ac:picMk id="6" creationId="{0F45C59C-CB5C-9404-B382-166D900DE176}"/>
          </ac:picMkLst>
        </pc:picChg>
        <pc:picChg chg="del">
          <ac:chgData name="THISSIANY BEATRIZ ALMEIDA" userId="2dcd9e37-326d-4709-acd7-5ac3ef4a188f" providerId="ADAL" clId="{90FC8904-329F-4057-8558-B6B7CD5EF3B2}" dt="2024-03-31T17:15:23.367" v="5724" actId="478"/>
          <ac:picMkLst>
            <pc:docMk/>
            <pc:sldMk cId="2941355757" sldId="298"/>
            <ac:picMk id="7" creationId="{B12EB728-9994-22FE-D333-7EA161FA2EB7}"/>
          </ac:picMkLst>
        </pc:picChg>
      </pc:sldChg>
      <pc:sldChg chg="addSp delSp modSp add mod">
        <pc:chgData name="THISSIANY BEATRIZ ALMEIDA" userId="2dcd9e37-326d-4709-acd7-5ac3ef4a188f" providerId="ADAL" clId="{90FC8904-329F-4057-8558-B6B7CD5EF3B2}" dt="2024-03-31T19:41:50.282" v="12077" actId="20577"/>
        <pc:sldMkLst>
          <pc:docMk/>
          <pc:sldMk cId="2625940087" sldId="299"/>
        </pc:sldMkLst>
        <pc:spChg chg="mod">
          <ac:chgData name="THISSIANY BEATRIZ ALMEIDA" userId="2dcd9e37-326d-4709-acd7-5ac3ef4a188f" providerId="ADAL" clId="{90FC8904-329F-4057-8558-B6B7CD5EF3B2}" dt="2024-03-31T19:41:50.282" v="12077" actId="20577"/>
          <ac:spMkLst>
            <pc:docMk/>
            <pc:sldMk cId="2625940087" sldId="299"/>
            <ac:spMk id="3" creationId="{4AC60B31-2446-480C-4F18-F64B44E177FA}"/>
          </ac:spMkLst>
        </pc:spChg>
        <pc:picChg chg="del">
          <ac:chgData name="THISSIANY BEATRIZ ALMEIDA" userId="2dcd9e37-326d-4709-acd7-5ac3ef4a188f" providerId="ADAL" clId="{90FC8904-329F-4057-8558-B6B7CD5EF3B2}" dt="2024-03-31T17:17:16.089" v="6000" actId="478"/>
          <ac:picMkLst>
            <pc:docMk/>
            <pc:sldMk cId="2625940087" sldId="299"/>
            <ac:picMk id="6" creationId="{0F45C59C-CB5C-9404-B382-166D900DE176}"/>
          </ac:picMkLst>
        </pc:picChg>
        <pc:picChg chg="add mod">
          <ac:chgData name="THISSIANY BEATRIZ ALMEIDA" userId="2dcd9e37-326d-4709-acd7-5ac3ef4a188f" providerId="ADAL" clId="{90FC8904-329F-4057-8558-B6B7CD5EF3B2}" dt="2024-03-31T19:41:37.651" v="12062"/>
          <ac:picMkLst>
            <pc:docMk/>
            <pc:sldMk cId="2625940087" sldId="299"/>
            <ac:picMk id="7" creationId="{27A1674E-5ECB-AC6C-0D12-1A6DF09F1072}"/>
          </ac:picMkLst>
        </pc:picChg>
      </pc:sldChg>
      <pc:sldChg chg="addSp delSp modSp add mod">
        <pc:chgData name="THISSIANY BEATRIZ ALMEIDA" userId="2dcd9e37-326d-4709-acd7-5ac3ef4a188f" providerId="ADAL" clId="{90FC8904-329F-4057-8558-B6B7CD5EF3B2}" dt="2024-03-31T19:42:34.522" v="12082"/>
        <pc:sldMkLst>
          <pc:docMk/>
          <pc:sldMk cId="630092931" sldId="300"/>
        </pc:sldMkLst>
        <pc:spChg chg="mod">
          <ac:chgData name="THISSIANY BEATRIZ ALMEIDA" userId="2dcd9e37-326d-4709-acd7-5ac3ef4a188f" providerId="ADAL" clId="{90FC8904-329F-4057-8558-B6B7CD5EF3B2}" dt="2024-03-31T17:19:21.581" v="6374" actId="20577"/>
          <ac:spMkLst>
            <pc:docMk/>
            <pc:sldMk cId="630092931" sldId="300"/>
            <ac:spMk id="3" creationId="{4AC60B31-2446-480C-4F18-F64B44E177FA}"/>
          </ac:spMkLst>
        </pc:spChg>
        <pc:picChg chg="add mod">
          <ac:chgData name="THISSIANY BEATRIZ ALMEIDA" userId="2dcd9e37-326d-4709-acd7-5ac3ef4a188f" providerId="ADAL" clId="{90FC8904-329F-4057-8558-B6B7CD5EF3B2}" dt="2024-03-31T19:42:34.522" v="12082"/>
          <ac:picMkLst>
            <pc:docMk/>
            <pc:sldMk cId="630092931" sldId="300"/>
            <ac:picMk id="6" creationId="{7D3AA907-5FFD-26B4-F1AC-FB2CDB36FC5F}"/>
          </ac:picMkLst>
        </pc:picChg>
        <pc:picChg chg="del">
          <ac:chgData name="THISSIANY BEATRIZ ALMEIDA" userId="2dcd9e37-326d-4709-acd7-5ac3ef4a188f" providerId="ADAL" clId="{90FC8904-329F-4057-8558-B6B7CD5EF3B2}" dt="2024-03-31T17:18:48.854" v="6184" actId="478"/>
          <ac:picMkLst>
            <pc:docMk/>
            <pc:sldMk cId="630092931" sldId="300"/>
            <ac:picMk id="7" creationId="{27A1674E-5ECB-AC6C-0D12-1A6DF09F1072}"/>
          </ac:picMkLst>
        </pc:picChg>
      </pc:sldChg>
      <pc:sldChg chg="delSp modSp add mod">
        <pc:chgData name="THISSIANY BEATRIZ ALMEIDA" userId="2dcd9e37-326d-4709-acd7-5ac3ef4a188f" providerId="ADAL" clId="{90FC8904-329F-4057-8558-B6B7CD5EF3B2}" dt="2024-03-31T17:21:45.752" v="6682" actId="2710"/>
        <pc:sldMkLst>
          <pc:docMk/>
          <pc:sldMk cId="2936353380" sldId="301"/>
        </pc:sldMkLst>
        <pc:spChg chg="mod">
          <ac:chgData name="THISSIANY BEATRIZ ALMEIDA" userId="2dcd9e37-326d-4709-acd7-5ac3ef4a188f" providerId="ADAL" clId="{90FC8904-329F-4057-8558-B6B7CD5EF3B2}" dt="2024-03-31T17:21:45.752" v="6682" actId="2710"/>
          <ac:spMkLst>
            <pc:docMk/>
            <pc:sldMk cId="2936353380" sldId="301"/>
            <ac:spMk id="3" creationId="{4AC60B31-2446-480C-4F18-F64B44E177FA}"/>
          </ac:spMkLst>
        </pc:spChg>
        <pc:spChg chg="mod">
          <ac:chgData name="THISSIANY BEATRIZ ALMEIDA" userId="2dcd9e37-326d-4709-acd7-5ac3ef4a188f" providerId="ADAL" clId="{90FC8904-329F-4057-8558-B6B7CD5EF3B2}" dt="2024-03-31T17:20:44.401" v="6441" actId="20577"/>
          <ac:spMkLst>
            <pc:docMk/>
            <pc:sldMk cId="2936353380" sldId="301"/>
            <ac:spMk id="4" creationId="{71C08C84-8944-92FB-1EED-28F3C5C2825D}"/>
          </ac:spMkLst>
        </pc:spChg>
        <pc:picChg chg="del">
          <ac:chgData name="THISSIANY BEATRIZ ALMEIDA" userId="2dcd9e37-326d-4709-acd7-5ac3ef4a188f" providerId="ADAL" clId="{90FC8904-329F-4057-8558-B6B7CD5EF3B2}" dt="2024-03-31T17:20:26.530" v="6379" actId="478"/>
          <ac:picMkLst>
            <pc:docMk/>
            <pc:sldMk cId="2936353380" sldId="301"/>
            <ac:picMk id="6" creationId="{7D3AA907-5FFD-26B4-F1AC-FB2CDB36FC5F}"/>
          </ac:picMkLst>
        </pc:picChg>
      </pc:sldChg>
      <pc:sldChg chg="addSp modSp add mod">
        <pc:chgData name="THISSIANY BEATRIZ ALMEIDA" userId="2dcd9e37-326d-4709-acd7-5ac3ef4a188f" providerId="ADAL" clId="{90FC8904-329F-4057-8558-B6B7CD5EF3B2}" dt="2024-03-31T19:43:08.251" v="12087"/>
        <pc:sldMkLst>
          <pc:docMk/>
          <pc:sldMk cId="1689573710" sldId="302"/>
        </pc:sldMkLst>
        <pc:spChg chg="mod">
          <ac:chgData name="THISSIANY BEATRIZ ALMEIDA" userId="2dcd9e37-326d-4709-acd7-5ac3ef4a188f" providerId="ADAL" clId="{90FC8904-329F-4057-8558-B6B7CD5EF3B2}" dt="2024-03-31T17:23:57.276" v="6998" actId="20577"/>
          <ac:spMkLst>
            <pc:docMk/>
            <pc:sldMk cId="1689573710" sldId="302"/>
            <ac:spMk id="3" creationId="{4AC60B31-2446-480C-4F18-F64B44E177FA}"/>
          </ac:spMkLst>
        </pc:spChg>
        <pc:picChg chg="add mod">
          <ac:chgData name="THISSIANY BEATRIZ ALMEIDA" userId="2dcd9e37-326d-4709-acd7-5ac3ef4a188f" providerId="ADAL" clId="{90FC8904-329F-4057-8558-B6B7CD5EF3B2}" dt="2024-03-31T19:43:08.251" v="12087"/>
          <ac:picMkLst>
            <pc:docMk/>
            <pc:sldMk cId="1689573710" sldId="302"/>
            <ac:picMk id="6" creationId="{0E27A4E1-BF2F-F9A8-E24F-0A260B24767A}"/>
          </ac:picMkLst>
        </pc:picChg>
      </pc:sldChg>
      <pc:sldChg chg="addSp delSp modSp add mod">
        <pc:chgData name="THISSIANY BEATRIZ ALMEIDA" userId="2dcd9e37-326d-4709-acd7-5ac3ef4a188f" providerId="ADAL" clId="{90FC8904-329F-4057-8558-B6B7CD5EF3B2}" dt="2024-03-31T19:43:36.091" v="12090"/>
        <pc:sldMkLst>
          <pc:docMk/>
          <pc:sldMk cId="2047462940" sldId="303"/>
        </pc:sldMkLst>
        <pc:spChg chg="mod">
          <ac:chgData name="THISSIANY BEATRIZ ALMEIDA" userId="2dcd9e37-326d-4709-acd7-5ac3ef4a188f" providerId="ADAL" clId="{90FC8904-329F-4057-8558-B6B7CD5EF3B2}" dt="2024-03-31T17:25:43.098" v="7232" actId="20577"/>
          <ac:spMkLst>
            <pc:docMk/>
            <pc:sldMk cId="2047462940" sldId="303"/>
            <ac:spMk id="3" creationId="{4AC60B31-2446-480C-4F18-F64B44E177FA}"/>
          </ac:spMkLst>
        </pc:spChg>
        <pc:picChg chg="del">
          <ac:chgData name="THISSIANY BEATRIZ ALMEIDA" userId="2dcd9e37-326d-4709-acd7-5ac3ef4a188f" providerId="ADAL" clId="{90FC8904-329F-4057-8558-B6B7CD5EF3B2}" dt="2024-03-31T17:25:07.910" v="7003" actId="478"/>
          <ac:picMkLst>
            <pc:docMk/>
            <pc:sldMk cId="2047462940" sldId="303"/>
            <ac:picMk id="6" creationId="{0E27A4E1-BF2F-F9A8-E24F-0A260B24767A}"/>
          </ac:picMkLst>
        </pc:picChg>
        <pc:picChg chg="add mod">
          <ac:chgData name="THISSIANY BEATRIZ ALMEIDA" userId="2dcd9e37-326d-4709-acd7-5ac3ef4a188f" providerId="ADAL" clId="{90FC8904-329F-4057-8558-B6B7CD5EF3B2}" dt="2024-03-31T19:43:36.091" v="12090"/>
          <ac:picMkLst>
            <pc:docMk/>
            <pc:sldMk cId="2047462940" sldId="303"/>
            <ac:picMk id="7" creationId="{25649E26-6651-4C37-3B4B-0DBDCB1404F6}"/>
          </ac:picMkLst>
        </pc:picChg>
        <pc:picChg chg="add del">
          <ac:chgData name="THISSIANY BEATRIZ ALMEIDA" userId="2dcd9e37-326d-4709-acd7-5ac3ef4a188f" providerId="ADAL" clId="{90FC8904-329F-4057-8558-B6B7CD5EF3B2}" dt="2024-03-31T17:26:14.026" v="7237" actId="22"/>
          <ac:picMkLst>
            <pc:docMk/>
            <pc:sldMk cId="2047462940" sldId="303"/>
            <ac:picMk id="9" creationId="{59B10615-1EA2-2ED0-2494-05028DC7E334}"/>
          </ac:picMkLst>
        </pc:picChg>
      </pc:sldChg>
      <pc:sldChg chg="delSp modSp add mod">
        <pc:chgData name="THISSIANY BEATRIZ ALMEIDA" userId="2dcd9e37-326d-4709-acd7-5ac3ef4a188f" providerId="ADAL" clId="{90FC8904-329F-4057-8558-B6B7CD5EF3B2}" dt="2024-03-31T17:29:18.523" v="7665" actId="20577"/>
        <pc:sldMkLst>
          <pc:docMk/>
          <pc:sldMk cId="2898790903" sldId="304"/>
        </pc:sldMkLst>
        <pc:spChg chg="mod">
          <ac:chgData name="THISSIANY BEATRIZ ALMEIDA" userId="2dcd9e37-326d-4709-acd7-5ac3ef4a188f" providerId="ADAL" clId="{90FC8904-329F-4057-8558-B6B7CD5EF3B2}" dt="2024-03-31T17:29:18.523" v="7665" actId="20577"/>
          <ac:spMkLst>
            <pc:docMk/>
            <pc:sldMk cId="2898790903" sldId="304"/>
            <ac:spMk id="3" creationId="{4AC60B31-2446-480C-4F18-F64B44E177FA}"/>
          </ac:spMkLst>
        </pc:spChg>
        <pc:picChg chg="del">
          <ac:chgData name="THISSIANY BEATRIZ ALMEIDA" userId="2dcd9e37-326d-4709-acd7-5ac3ef4a188f" providerId="ADAL" clId="{90FC8904-329F-4057-8558-B6B7CD5EF3B2}" dt="2024-03-31T17:26:25.841" v="7239" actId="478"/>
          <ac:picMkLst>
            <pc:docMk/>
            <pc:sldMk cId="2898790903" sldId="304"/>
            <ac:picMk id="7" creationId="{25649E26-6651-4C37-3B4B-0DBDCB1404F6}"/>
          </ac:picMkLst>
        </pc:picChg>
      </pc:sldChg>
      <pc:sldChg chg="addSp modSp add mod">
        <pc:chgData name="THISSIANY BEATRIZ ALMEIDA" userId="2dcd9e37-326d-4709-acd7-5ac3ef4a188f" providerId="ADAL" clId="{90FC8904-329F-4057-8558-B6B7CD5EF3B2}" dt="2024-03-31T19:44:31.691" v="12097"/>
        <pc:sldMkLst>
          <pc:docMk/>
          <pc:sldMk cId="473095940" sldId="305"/>
        </pc:sldMkLst>
        <pc:spChg chg="mod">
          <ac:chgData name="THISSIANY BEATRIZ ALMEIDA" userId="2dcd9e37-326d-4709-acd7-5ac3ef4a188f" providerId="ADAL" clId="{90FC8904-329F-4057-8558-B6B7CD5EF3B2}" dt="2024-03-31T17:29:31.218" v="7667" actId="20577"/>
          <ac:spMkLst>
            <pc:docMk/>
            <pc:sldMk cId="473095940" sldId="305"/>
            <ac:spMk id="3" creationId="{4AC60B31-2446-480C-4F18-F64B44E177FA}"/>
          </ac:spMkLst>
        </pc:spChg>
        <pc:picChg chg="add mod modCrop">
          <ac:chgData name="THISSIANY BEATRIZ ALMEIDA" userId="2dcd9e37-326d-4709-acd7-5ac3ef4a188f" providerId="ADAL" clId="{90FC8904-329F-4057-8558-B6B7CD5EF3B2}" dt="2024-03-31T19:44:31.691" v="12097"/>
          <ac:picMkLst>
            <pc:docMk/>
            <pc:sldMk cId="473095940" sldId="305"/>
            <ac:picMk id="6" creationId="{48CDCF33-A4CE-4D88-5A15-FFA125645A1B}"/>
          </ac:picMkLst>
        </pc:picChg>
      </pc:sldChg>
      <pc:sldChg chg="delSp modSp add mod">
        <pc:chgData name="THISSIANY BEATRIZ ALMEIDA" userId="2dcd9e37-326d-4709-acd7-5ac3ef4a188f" providerId="ADAL" clId="{90FC8904-329F-4057-8558-B6B7CD5EF3B2}" dt="2024-03-31T17:43:43.333" v="7942" actId="20577"/>
        <pc:sldMkLst>
          <pc:docMk/>
          <pc:sldMk cId="220816497" sldId="306"/>
        </pc:sldMkLst>
        <pc:spChg chg="mod">
          <ac:chgData name="THISSIANY BEATRIZ ALMEIDA" userId="2dcd9e37-326d-4709-acd7-5ac3ef4a188f" providerId="ADAL" clId="{90FC8904-329F-4057-8558-B6B7CD5EF3B2}" dt="2024-03-31T17:43:43.333" v="7942" actId="20577"/>
          <ac:spMkLst>
            <pc:docMk/>
            <pc:sldMk cId="220816497" sldId="306"/>
            <ac:spMk id="3" creationId="{4AC60B31-2446-480C-4F18-F64B44E177FA}"/>
          </ac:spMkLst>
        </pc:spChg>
        <pc:spChg chg="mod">
          <ac:chgData name="THISSIANY BEATRIZ ALMEIDA" userId="2dcd9e37-326d-4709-acd7-5ac3ef4a188f" providerId="ADAL" clId="{90FC8904-329F-4057-8558-B6B7CD5EF3B2}" dt="2024-03-31T17:31:06.436" v="7710" actId="20577"/>
          <ac:spMkLst>
            <pc:docMk/>
            <pc:sldMk cId="220816497" sldId="306"/>
            <ac:spMk id="4" creationId="{71C08C84-8944-92FB-1EED-28F3C5C2825D}"/>
          </ac:spMkLst>
        </pc:spChg>
        <pc:picChg chg="del">
          <ac:chgData name="THISSIANY BEATRIZ ALMEIDA" userId="2dcd9e37-326d-4709-acd7-5ac3ef4a188f" providerId="ADAL" clId="{90FC8904-329F-4057-8558-B6B7CD5EF3B2}" dt="2024-03-31T17:30:57.742" v="7673" actId="478"/>
          <ac:picMkLst>
            <pc:docMk/>
            <pc:sldMk cId="220816497" sldId="306"/>
            <ac:picMk id="6" creationId="{48CDCF33-A4CE-4D88-5A15-FFA125645A1B}"/>
          </ac:picMkLst>
        </pc:picChg>
      </pc:sldChg>
      <pc:sldChg chg="modSp add mod">
        <pc:chgData name="THISSIANY BEATRIZ ALMEIDA" userId="2dcd9e37-326d-4709-acd7-5ac3ef4a188f" providerId="ADAL" clId="{90FC8904-329F-4057-8558-B6B7CD5EF3B2}" dt="2024-04-23T01:37:33.405" v="12102" actId="20577"/>
        <pc:sldMkLst>
          <pc:docMk/>
          <pc:sldMk cId="2419189126" sldId="307"/>
        </pc:sldMkLst>
        <pc:spChg chg="mod">
          <ac:chgData name="THISSIANY BEATRIZ ALMEIDA" userId="2dcd9e37-326d-4709-acd7-5ac3ef4a188f" providerId="ADAL" clId="{90FC8904-329F-4057-8558-B6B7CD5EF3B2}" dt="2024-03-31T18:37:54.492" v="10131" actId="27636"/>
          <ac:spMkLst>
            <pc:docMk/>
            <pc:sldMk cId="2419189126" sldId="307"/>
            <ac:spMk id="3" creationId="{4AC60B31-2446-480C-4F18-F64B44E177FA}"/>
          </ac:spMkLst>
        </pc:spChg>
        <pc:spChg chg="mod">
          <ac:chgData name="THISSIANY BEATRIZ ALMEIDA" userId="2dcd9e37-326d-4709-acd7-5ac3ef4a188f" providerId="ADAL" clId="{90FC8904-329F-4057-8558-B6B7CD5EF3B2}" dt="2024-04-23T01:37:33.405" v="12102" actId="20577"/>
          <ac:spMkLst>
            <pc:docMk/>
            <pc:sldMk cId="2419189126" sldId="307"/>
            <ac:spMk id="4" creationId="{71C08C84-8944-92FB-1EED-28F3C5C2825D}"/>
          </ac:spMkLst>
        </pc:spChg>
      </pc:sldChg>
      <pc:sldChg chg="addSp delSp modSp add mod modClrScheme chgLayout">
        <pc:chgData name="THISSIANY BEATRIZ ALMEIDA" userId="2dcd9e37-326d-4709-acd7-5ac3ef4a188f" providerId="ADAL" clId="{90FC8904-329F-4057-8558-B6B7CD5EF3B2}" dt="2024-03-31T19:45:07.521" v="12098"/>
        <pc:sldMkLst>
          <pc:docMk/>
          <pc:sldMk cId="1635238173" sldId="308"/>
        </pc:sldMkLst>
        <pc:spChg chg="del mod ord">
          <ac:chgData name="THISSIANY BEATRIZ ALMEIDA" userId="2dcd9e37-326d-4709-acd7-5ac3ef4a188f" providerId="ADAL" clId="{90FC8904-329F-4057-8558-B6B7CD5EF3B2}" dt="2024-03-31T18:01:46.245" v="8158" actId="700"/>
          <ac:spMkLst>
            <pc:docMk/>
            <pc:sldMk cId="1635238173" sldId="308"/>
            <ac:spMk id="2" creationId="{F4F74925-2E15-C761-2CC6-22E98C234A97}"/>
          </ac:spMkLst>
        </pc:spChg>
        <pc:spChg chg="mod ord">
          <ac:chgData name="THISSIANY BEATRIZ ALMEIDA" userId="2dcd9e37-326d-4709-acd7-5ac3ef4a188f" providerId="ADAL" clId="{90FC8904-329F-4057-8558-B6B7CD5EF3B2}" dt="2024-03-31T18:49:40.117" v="10729" actId="255"/>
          <ac:spMkLst>
            <pc:docMk/>
            <pc:sldMk cId="1635238173" sldId="308"/>
            <ac:spMk id="3" creationId="{4AC60B31-2446-480C-4F18-F64B44E177FA}"/>
          </ac:spMkLst>
        </pc:spChg>
        <pc:spChg chg="add mod ord">
          <ac:chgData name="THISSIANY BEATRIZ ALMEIDA" userId="2dcd9e37-326d-4709-acd7-5ac3ef4a188f" providerId="ADAL" clId="{90FC8904-329F-4057-8558-B6B7CD5EF3B2}" dt="2024-03-31T18:01:46.245" v="8158" actId="700"/>
          <ac:spMkLst>
            <pc:docMk/>
            <pc:sldMk cId="1635238173" sldId="308"/>
            <ac:spMk id="7" creationId="{9DEC1EDD-FFF5-2BF7-F15D-5BB290E7198A}"/>
          </ac:spMkLst>
        </pc:spChg>
        <pc:spChg chg="add del mod ord">
          <ac:chgData name="THISSIANY BEATRIZ ALMEIDA" userId="2dcd9e37-326d-4709-acd7-5ac3ef4a188f" providerId="ADAL" clId="{90FC8904-329F-4057-8558-B6B7CD5EF3B2}" dt="2024-03-31T18:40:05.609" v="10445" actId="478"/>
          <ac:spMkLst>
            <pc:docMk/>
            <pc:sldMk cId="1635238173" sldId="308"/>
            <ac:spMk id="8" creationId="{6DCCA484-6659-20E1-9395-D84EA3A8E8E2}"/>
          </ac:spMkLst>
        </pc:spChg>
        <pc:picChg chg="add mod">
          <ac:chgData name="THISSIANY BEATRIZ ALMEIDA" userId="2dcd9e37-326d-4709-acd7-5ac3ef4a188f" providerId="ADAL" clId="{90FC8904-329F-4057-8558-B6B7CD5EF3B2}" dt="2024-03-31T19:45:07.521" v="12098"/>
          <ac:picMkLst>
            <pc:docMk/>
            <pc:sldMk cId="1635238173" sldId="308"/>
            <ac:picMk id="6" creationId="{F667AF01-0F5C-EC8E-E52A-923C543DB866}"/>
          </ac:picMkLst>
        </pc:picChg>
      </pc:sldChg>
      <pc:sldChg chg="delSp modSp add mod">
        <pc:chgData name="THISSIANY BEATRIZ ALMEIDA" userId="2dcd9e37-326d-4709-acd7-5ac3ef4a188f" providerId="ADAL" clId="{90FC8904-329F-4057-8558-B6B7CD5EF3B2}" dt="2024-03-31T18:32:57.829" v="10069" actId="20577"/>
        <pc:sldMkLst>
          <pc:docMk/>
          <pc:sldMk cId="601641080" sldId="309"/>
        </pc:sldMkLst>
        <pc:spChg chg="mod">
          <ac:chgData name="THISSIANY BEATRIZ ALMEIDA" userId="2dcd9e37-326d-4709-acd7-5ac3ef4a188f" providerId="ADAL" clId="{90FC8904-329F-4057-8558-B6B7CD5EF3B2}" dt="2024-03-31T18:32:57.829" v="10069" actId="20577"/>
          <ac:spMkLst>
            <pc:docMk/>
            <pc:sldMk cId="601641080" sldId="309"/>
            <ac:spMk id="3" creationId="{4AC60B31-2446-480C-4F18-F64B44E177FA}"/>
          </ac:spMkLst>
        </pc:spChg>
        <pc:spChg chg="mod">
          <ac:chgData name="THISSIANY BEATRIZ ALMEIDA" userId="2dcd9e37-326d-4709-acd7-5ac3ef4a188f" providerId="ADAL" clId="{90FC8904-329F-4057-8558-B6B7CD5EF3B2}" dt="2024-03-31T18:06:30.836" v="8196" actId="20577"/>
          <ac:spMkLst>
            <pc:docMk/>
            <pc:sldMk cId="601641080" sldId="309"/>
            <ac:spMk id="4" creationId="{71C08C84-8944-92FB-1EED-28F3C5C2825D}"/>
          </ac:spMkLst>
        </pc:spChg>
        <pc:picChg chg="del">
          <ac:chgData name="THISSIANY BEATRIZ ALMEIDA" userId="2dcd9e37-326d-4709-acd7-5ac3ef4a188f" providerId="ADAL" clId="{90FC8904-329F-4057-8558-B6B7CD5EF3B2}" dt="2024-03-31T18:07:41.658" v="8197" actId="478"/>
          <ac:picMkLst>
            <pc:docMk/>
            <pc:sldMk cId="601641080" sldId="309"/>
            <ac:picMk id="6" creationId="{CC4111D6-0342-9C1B-7C14-BB9CFE256945}"/>
          </ac:picMkLst>
        </pc:picChg>
      </pc:sldChg>
      <pc:sldChg chg="modSp add mod">
        <pc:chgData name="THISSIANY BEATRIZ ALMEIDA" userId="2dcd9e37-326d-4709-acd7-5ac3ef4a188f" providerId="ADAL" clId="{90FC8904-329F-4057-8558-B6B7CD5EF3B2}" dt="2024-03-31T18:35:10.481" v="10094" actId="20577"/>
        <pc:sldMkLst>
          <pc:docMk/>
          <pc:sldMk cId="10786996" sldId="310"/>
        </pc:sldMkLst>
        <pc:spChg chg="mod">
          <ac:chgData name="THISSIANY BEATRIZ ALMEIDA" userId="2dcd9e37-326d-4709-acd7-5ac3ef4a188f" providerId="ADAL" clId="{90FC8904-329F-4057-8558-B6B7CD5EF3B2}" dt="2024-03-31T18:35:10.481" v="10094" actId="20577"/>
          <ac:spMkLst>
            <pc:docMk/>
            <pc:sldMk cId="10786996" sldId="310"/>
            <ac:spMk id="3" creationId="{4AC60B31-2446-480C-4F18-F64B44E177FA}"/>
          </ac:spMkLst>
        </pc:spChg>
      </pc:sldChg>
      <pc:sldChg chg="addSp modSp add mod">
        <pc:chgData name="THISSIANY BEATRIZ ALMEIDA" userId="2dcd9e37-326d-4709-acd7-5ac3ef4a188f" providerId="ADAL" clId="{90FC8904-329F-4057-8558-B6B7CD5EF3B2}" dt="2024-03-31T18:35:45.869" v="10109" actId="20577"/>
        <pc:sldMkLst>
          <pc:docMk/>
          <pc:sldMk cId="3467826012" sldId="311"/>
        </pc:sldMkLst>
        <pc:spChg chg="mod">
          <ac:chgData name="THISSIANY BEATRIZ ALMEIDA" userId="2dcd9e37-326d-4709-acd7-5ac3ef4a188f" providerId="ADAL" clId="{90FC8904-329F-4057-8558-B6B7CD5EF3B2}" dt="2024-03-31T18:35:45.869" v="10109" actId="20577"/>
          <ac:spMkLst>
            <pc:docMk/>
            <pc:sldMk cId="3467826012" sldId="311"/>
            <ac:spMk id="3" creationId="{4AC60B31-2446-480C-4F18-F64B44E177FA}"/>
          </ac:spMkLst>
        </pc:spChg>
        <pc:picChg chg="add mod">
          <ac:chgData name="THISSIANY BEATRIZ ALMEIDA" userId="2dcd9e37-326d-4709-acd7-5ac3ef4a188f" providerId="ADAL" clId="{90FC8904-329F-4057-8558-B6B7CD5EF3B2}" dt="2024-03-31T18:20:21.233" v="9128" actId="1076"/>
          <ac:picMkLst>
            <pc:docMk/>
            <pc:sldMk cId="3467826012" sldId="311"/>
            <ac:picMk id="6" creationId="{105980B6-F98E-03CE-FB7E-0A6C407E336E}"/>
          </ac:picMkLst>
        </pc:picChg>
      </pc:sldChg>
      <pc:sldChg chg="modSp add mod">
        <pc:chgData name="THISSIANY BEATRIZ ALMEIDA" userId="2dcd9e37-326d-4709-acd7-5ac3ef4a188f" providerId="ADAL" clId="{90FC8904-329F-4057-8558-B6B7CD5EF3B2}" dt="2024-03-31T18:38:26.480" v="10350" actId="27636"/>
        <pc:sldMkLst>
          <pc:docMk/>
          <pc:sldMk cId="1551698382" sldId="312"/>
        </pc:sldMkLst>
        <pc:spChg chg="mod">
          <ac:chgData name="THISSIANY BEATRIZ ALMEIDA" userId="2dcd9e37-326d-4709-acd7-5ac3ef4a188f" providerId="ADAL" clId="{90FC8904-329F-4057-8558-B6B7CD5EF3B2}" dt="2024-03-31T18:38:26.480" v="10350" actId="27636"/>
          <ac:spMkLst>
            <pc:docMk/>
            <pc:sldMk cId="1551698382" sldId="312"/>
            <ac:spMk id="3" creationId="{4AC60B31-2446-480C-4F18-F64B44E177FA}"/>
          </ac:spMkLst>
        </pc:spChg>
      </pc:sldChg>
      <pc:sldChg chg="add del">
        <pc:chgData name="THISSIANY BEATRIZ ALMEIDA" userId="2dcd9e37-326d-4709-acd7-5ac3ef4a188f" providerId="ADAL" clId="{90FC8904-329F-4057-8558-B6B7CD5EF3B2}" dt="2024-03-31T18:34:03.282" v="10070" actId="47"/>
        <pc:sldMkLst>
          <pc:docMk/>
          <pc:sldMk cId="2530318657" sldId="312"/>
        </pc:sldMkLst>
      </pc:sldChg>
      <pc:sldChg chg="addSp modSp add mod">
        <pc:chgData name="THISSIANY BEATRIZ ALMEIDA" userId="2dcd9e37-326d-4709-acd7-5ac3ef4a188f" providerId="ADAL" clId="{90FC8904-329F-4057-8558-B6B7CD5EF3B2}" dt="2024-03-31T19:16:34.003" v="11510"/>
        <pc:sldMkLst>
          <pc:docMk/>
          <pc:sldMk cId="3608897556" sldId="313"/>
        </pc:sldMkLst>
        <pc:spChg chg="mod">
          <ac:chgData name="THISSIANY BEATRIZ ALMEIDA" userId="2dcd9e37-326d-4709-acd7-5ac3ef4a188f" providerId="ADAL" clId="{90FC8904-329F-4057-8558-B6B7CD5EF3B2}" dt="2024-03-31T19:15:01.513" v="11502" actId="255"/>
          <ac:spMkLst>
            <pc:docMk/>
            <pc:sldMk cId="3608897556" sldId="313"/>
            <ac:spMk id="3" creationId="{4AC60B31-2446-480C-4F18-F64B44E177FA}"/>
          </ac:spMkLst>
        </pc:spChg>
        <pc:picChg chg="add mod modCrop">
          <ac:chgData name="THISSIANY BEATRIZ ALMEIDA" userId="2dcd9e37-326d-4709-acd7-5ac3ef4a188f" providerId="ADAL" clId="{90FC8904-329F-4057-8558-B6B7CD5EF3B2}" dt="2024-03-31T19:16:34.003" v="11510"/>
          <ac:picMkLst>
            <pc:docMk/>
            <pc:sldMk cId="3608897556" sldId="313"/>
            <ac:picMk id="5" creationId="{C28A81CF-6D9D-304F-1C7E-BDE915A6561D}"/>
          </ac:picMkLst>
        </pc:picChg>
      </pc:sldChg>
      <pc:sldChg chg="modSp add mod">
        <pc:chgData name="THISSIANY BEATRIZ ALMEIDA" userId="2dcd9e37-326d-4709-acd7-5ac3ef4a188f" providerId="ADAL" clId="{90FC8904-329F-4057-8558-B6B7CD5EF3B2}" dt="2024-03-31T19:23:03.312" v="11676"/>
        <pc:sldMkLst>
          <pc:docMk/>
          <pc:sldMk cId="2705800479" sldId="314"/>
        </pc:sldMkLst>
        <pc:spChg chg="mod">
          <ac:chgData name="THISSIANY BEATRIZ ALMEIDA" userId="2dcd9e37-326d-4709-acd7-5ac3ef4a188f" providerId="ADAL" clId="{90FC8904-329F-4057-8558-B6B7CD5EF3B2}" dt="2024-03-31T19:22:32.696" v="11672" actId="20577"/>
          <ac:spMkLst>
            <pc:docMk/>
            <pc:sldMk cId="2705800479" sldId="314"/>
            <ac:spMk id="3" creationId="{4AC60B31-2446-480C-4F18-F64B44E177FA}"/>
          </ac:spMkLst>
        </pc:spChg>
        <pc:picChg chg="mod modCrop">
          <ac:chgData name="THISSIANY BEATRIZ ALMEIDA" userId="2dcd9e37-326d-4709-acd7-5ac3ef4a188f" providerId="ADAL" clId="{90FC8904-329F-4057-8558-B6B7CD5EF3B2}" dt="2024-03-31T19:23:03.312" v="11676"/>
          <ac:picMkLst>
            <pc:docMk/>
            <pc:sldMk cId="2705800479" sldId="314"/>
            <ac:picMk id="7" creationId="{4B17BA4A-7910-355E-18FB-1B89D8F8D123}"/>
          </ac:picMkLst>
        </pc:picChg>
      </pc:sldChg>
      <pc:sldChg chg="modSp add mod">
        <pc:chgData name="THISSIANY BEATRIZ ALMEIDA" userId="2dcd9e37-326d-4709-acd7-5ac3ef4a188f" providerId="ADAL" clId="{90FC8904-329F-4057-8558-B6B7CD5EF3B2}" dt="2024-03-31T19:37:31.462" v="11996"/>
        <pc:sldMkLst>
          <pc:docMk/>
          <pc:sldMk cId="1195858664" sldId="315"/>
        </pc:sldMkLst>
        <pc:spChg chg="mod">
          <ac:chgData name="THISSIANY BEATRIZ ALMEIDA" userId="2dcd9e37-326d-4709-acd7-5ac3ef4a188f" providerId="ADAL" clId="{90FC8904-329F-4057-8558-B6B7CD5EF3B2}" dt="2024-03-31T19:36:35.092" v="11988" actId="20577"/>
          <ac:spMkLst>
            <pc:docMk/>
            <pc:sldMk cId="1195858664" sldId="315"/>
            <ac:spMk id="3" creationId="{4AC60B31-2446-480C-4F18-F64B44E177FA}"/>
          </ac:spMkLst>
        </pc:spChg>
        <pc:picChg chg="mod modCrop">
          <ac:chgData name="THISSIANY BEATRIZ ALMEIDA" userId="2dcd9e37-326d-4709-acd7-5ac3ef4a188f" providerId="ADAL" clId="{90FC8904-329F-4057-8558-B6B7CD5EF3B2}" dt="2024-03-31T19:37:31.462" v="11996"/>
          <ac:picMkLst>
            <pc:docMk/>
            <pc:sldMk cId="1195858664" sldId="315"/>
            <ac:picMk id="6" creationId="{94639D0A-51EC-AD69-6225-82C8BCF1567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6941BA-FAF3-75A2-0A70-459E68930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A5AA21-0719-BD1D-3B1F-46E8F38D4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71E422-4AF0-8A5C-FD42-CB6F4A604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22/04/2024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B95F4C-ACBC-5908-7A7B-9AC975B3D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0AE688-9CCE-75B5-064B-9EFA735C4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2921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8806B3-60A4-CC4E-39D2-4183517E0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54BF77-0754-6E80-8F02-EA95ED923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0ABB52-CCEB-11D2-EC27-AEBE43250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22/04/2024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8A18D9-79D9-CDC0-9E6E-6AC38146C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27E4C9-2766-5B38-1233-C93BEB091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9944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217C8B-3C3A-DCBE-5785-6D2143403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D3577B-8F19-BBBE-3A8D-68F7AB39C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7E94AC-EC51-83D9-5018-04F4163EC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22/04/2024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A39F91-7BD2-46EB-A8BF-7AEB43F6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4BD9F8-4C8E-2B7D-C112-832C9A248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3473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66C305-4B35-C98D-FCF9-8E84CC69F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99854C-45E7-C433-5404-75749C455E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DAE230-6E0C-99D9-3DAC-06A53BF69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62D294-D9D7-9ADF-173C-AAD48D1DA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22/04/2024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7D082D9-824E-A033-26EF-FE18144D0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4C154B-2C17-001B-95E5-D692646BB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5888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CB7E3-1058-72C6-7D97-E4A45B77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52D8B7-408B-DC41-0DB6-37B574911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F8D4937-26D1-D384-8A87-CCAAEC159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31718CE-1936-A96F-085F-24B79608FC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9E25B24-2411-C3F5-ECB7-B5977BF4F6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B93441A-CDCE-7929-7278-608E5CA22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22/04/2024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2051192-2384-1656-2077-E0A330178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017EF2D-31B0-6E89-6B4E-C705B8ABC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1380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7BA452-EA46-F926-6636-186E49A90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9DAF1ED-10F1-116B-5B2A-DBF1A5881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22/04/2024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A75DCEE-F25D-4634-F916-DD85719E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1709F31-38F3-BADF-642E-CADBBC9EB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6459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B6A90F2-3B0C-D90E-3786-D5B785E7B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22/04/2024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DB73635-F7AC-2C87-5718-15F12195C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4BF334-A516-6D56-3DE4-466C9A464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4299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6A337-BE05-BCAD-FC9F-71C756D67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22149C-C840-CBAF-4B63-71B37FC6C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85E86EE-26F5-FE5C-EEF3-E0B257CA4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D56866-2EB1-C3EE-3089-A6D6A3613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22/04/2024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AABAFBF-B048-E156-80CC-29531BF12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8B7B97-92F6-5F47-2A75-DCE4983AD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4399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D36725-00AA-533F-C5E1-94FC11557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81E8A78-0797-ACBB-324E-9125A5C41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9CF0B4C-F954-3C40-B5FA-5B701609C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B7F2D97-CFBB-877D-65A3-429A817EF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22/04/2024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A3BBE5-8609-7D2F-F04D-FF0009606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0CBB9A3-544C-E32D-5939-1AE6C84CA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5224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C6E128-4987-C709-1637-35985FB25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FCEB567-1632-B1DD-F4B7-DCBFA038F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AF7DBB-FDF2-8FDB-77EF-D76625E71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22/04/2024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A123AD-A7FD-B162-6E18-4A1945896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3343DB-20D1-FE16-4047-075A792BA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866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7175C3-F6F3-0299-9681-3DDA8B978E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34747F-13ED-DA39-CEB0-25033E3BD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D6242B-5A01-8D37-1D18-17AF83040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22/04/2024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D96864-730D-8678-8F2E-5027431F5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DBDA69-5299-A8FF-CEE2-44D37C3D2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5142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B5ECF88-A555-FB9B-A66E-66E0EAA04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FA08FF0-F181-DC01-144D-ECFC51C96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503C5F-1CDD-BAE2-4ABE-8AF6821756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652B8D-7DBD-434C-AD81-85E1F77F4A07}" type="datetimeFigureOut">
              <a:rPr lang="pt-BR" smtClean="0"/>
              <a:t>22/04/2024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8578E7-3C81-876E-DAF4-F5188B1713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63943B-E016-3689-E97E-86F9F3CF5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992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BE60C55-CFDA-ABBB-AEE1-A2F7EDF7FF12}"/>
              </a:ext>
            </a:extLst>
          </p:cNvPr>
          <p:cNvSpPr/>
          <p:nvPr/>
        </p:nvSpPr>
        <p:spPr>
          <a:xfrm>
            <a:off x="0" y="5098211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>
                <a:latin typeface="Arial Black" panose="020B0A04020102020204" pitchFamily="34" charset="0"/>
              </a:rPr>
              <a:t>AULA 04 – INTRODUÇÃO A GRAFOS</a:t>
            </a:r>
          </a:p>
        </p:txBody>
      </p:sp>
      <p:pic>
        <p:nvPicPr>
          <p:cNvPr id="8" name="Picture 14" descr="Veja os detalhes da imagem relacionada. Flat vector business icons set. Corporate style. Outlined IT icons for ...">
            <a:extLst>
              <a:ext uri="{FF2B5EF4-FFF2-40B4-BE49-F238E27FC236}">
                <a16:creationId xmlns:a16="http://schemas.microsoft.com/office/drawing/2014/main" id="{7702007B-1F2F-D8A9-1B32-9B25702B2D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07" b="41306"/>
          <a:stretch/>
        </p:blipFill>
        <p:spPr bwMode="auto">
          <a:xfrm>
            <a:off x="1758113" y="785004"/>
            <a:ext cx="8675773" cy="3365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811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GRAFOS</a:t>
            </a:r>
          </a:p>
          <a:p>
            <a:pPr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PROPRIEDADES</a:t>
            </a:r>
          </a:p>
          <a:p>
            <a:pPr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APLICAÇÕES</a:t>
            </a:r>
          </a:p>
          <a:p>
            <a:pPr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ISOMORFISMO</a:t>
            </a:r>
          </a:p>
          <a:p>
            <a:pPr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FORMAS DE REPRESENTAÇÃO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ROTEIRO</a:t>
            </a:r>
          </a:p>
        </p:txBody>
      </p:sp>
      <p:pic>
        <p:nvPicPr>
          <p:cNvPr id="2054" name="Picture 6" descr="Mafalda">
            <a:extLst>
              <a:ext uri="{FF2B5EF4-FFF2-40B4-BE49-F238E27FC236}">
                <a16:creationId xmlns:a16="http://schemas.microsoft.com/office/drawing/2014/main" id="{0843C0EA-034B-270F-C7D4-9804AFCAA5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87" b="9351"/>
          <a:stretch/>
        </p:blipFill>
        <p:spPr bwMode="auto">
          <a:xfrm>
            <a:off x="7703622" y="2851458"/>
            <a:ext cx="3245395" cy="2980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6644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teoria dos grafos estuda objetos combinatórios – os grafos – que são um bom modelo para muitos problemas em vários ramos da matemática, da informática, da engenharia e da indústria. </a:t>
            </a:r>
          </a:p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Muitos dos problemas sobre grafos tornaram-se célebres porque são um interessante desafio intelectual e porque têm importantes aplicações práticas.</a:t>
            </a: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601641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Exemplo 01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4 alunos P1, P2, P3 e P4, desejam utilizar o computador para realizar seus trabalhos. No laboratório existem 4 computadores M1, M2, M3 e M4. Entretanto, os programas instalados em cada computador são diferentes e os alunos não possuem permissão para instalar novos programas.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aluno P1 precisa de um programa que está instalado em M1 e M4. 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aluno P2 precisa de um programa que está instalado em M2 e M3. 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aluno P3 precisa de um programa que está instalado em M1 e M4. 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aluno P4 precisa de um programa que está instalado em M3 e M4.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10786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Exemplo 01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Como podemos alocar cada aluno em um computador, de forma que todos tenham suas necessidades atendidas?</a:t>
            </a: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INTRODUÇÃO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05980B6-F98E-03CE-FB7E-0A6C407E3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733" y="3429000"/>
            <a:ext cx="7910534" cy="3222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826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 grafo G(V,A) é definido por dois conjuntos, o conjunto V de vértices (não vazio e representa os itens em um grafo) e o conjunto A de arestas (ligações entre os vértices).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DEFINIÇÃO FORMAL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88AF457-8DA3-87C8-C89F-24159940EFF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142007" y="4123356"/>
            <a:ext cx="5907985" cy="2529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244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Vértice: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 cada um dos itens representados no grafo. Exemplo: pessoas, uma tarefa em um projeto, lugares em um mapa, computadores em uma rede, entre outros.</a:t>
            </a:r>
          </a:p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Aresta: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liga dois vértices, diz qual a relação entre eles. Dois vértices são adjacentes se existir uma aresta ligando eles. Exemplo: Pessoas (parentesco entre elas ou amizade), tarefas de um projeto (pré-requisito entre as tarefas), lugares de um mapa (estradas que existem ligando os lugares), etc.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CONCEITOS BÁSICOS</a:t>
            </a:r>
          </a:p>
        </p:txBody>
      </p:sp>
    </p:spTree>
    <p:extLst>
      <p:ext uri="{BB962C8B-B14F-4D97-AF65-F5344CB8AC3E}">
        <p14:creationId xmlns:p14="http://schemas.microsoft.com/office/powerpoint/2010/main" val="3318160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Exemplo 02: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Sistema de distribuição de água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CONCEITOS BÁSICOS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5982DBB-C0AD-22E7-A33B-FBB0363D011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49747" y="2667501"/>
            <a:ext cx="8292502" cy="334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037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Exemplo 03: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Rede social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CONCEITOS BÁSICOS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47B4678-C845-4D37-FAF1-797725FA04F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31357" y="3111979"/>
            <a:ext cx="8329281" cy="336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84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arestas podem ou não ter direção. Em um grafo direcionado (dígrafo), se uma aresta liga os vértices A e B, isso significa que podemos ir de A para B, mas não o contrário.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CONCEITOS BÁSICOS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C4111D6-0342-9C1B-7C14-BB9CFE25694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032827" y="4106779"/>
            <a:ext cx="8126342" cy="257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306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Grau: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 o número de arestas que conectam um vértice do grafo a outros vértices, ou seja, é o número de vizinhos que aquele vértice possui no grafo (que chegam ou partem dele).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CONCEITOS BÁSICOS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9AE5DB1-5139-A19B-479D-A450BD840B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t="-1" b="52184"/>
          <a:stretch/>
        </p:blipFill>
        <p:spPr>
          <a:xfrm>
            <a:off x="1903309" y="4203714"/>
            <a:ext cx="8385378" cy="265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416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Grau: </a:t>
            </a:r>
            <a:r>
              <a:rPr lang="pt-BR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dígrafos, cada vértice é avaliado conforme o </a:t>
            </a:r>
            <a:r>
              <a:rPr lang="pt-BR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grau de entrada </a:t>
            </a:r>
            <a:r>
              <a:rPr lang="pt-BR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(número de arestas que chegam ao vértice) e o </a:t>
            </a:r>
            <a:r>
              <a:rPr lang="pt-BR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grau de saída </a:t>
            </a:r>
            <a:r>
              <a:rPr lang="pt-BR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(número de arestas que partem do vértice).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CONCEITOS BÁSICOS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28A81CF-6D9D-304F-1C7E-BDE915A656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t="53193" b="-6142"/>
          <a:stretch/>
        </p:blipFill>
        <p:spPr>
          <a:xfrm>
            <a:off x="1474855" y="3946359"/>
            <a:ext cx="9242289" cy="3239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897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Laço: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uma aresta é chamada de laço se seu vértice de partida é o mesmo que o de chegada. A aresta conecta o vértice a ele mesmo.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CONCEITOS BÁSICOS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13109BA-3755-6417-3206-852CAA82735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950772" y="3646515"/>
            <a:ext cx="6290456" cy="284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333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Caminho: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 uma sequência de vértices onde cada vértice está conectado ao vértice seguinte por meio de uma aresta.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CONCEITOS BÁSICOS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2262E13-9332-8E3A-149B-87A8FEF6C2B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142017" y="3429000"/>
            <a:ext cx="7907966" cy="3268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21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Comprimento do caminho: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número de vértices que precisamos percorrer de um vértice até o outro.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CONCEITOS BÁSICOS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2262E13-9332-8E3A-149B-87A8FEF6C2B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82675" y="3292552"/>
            <a:ext cx="8626646" cy="356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759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Ciclo: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caminho onde o vértice inicial e o final são o mesmo vértice. Note que um ciclo é um caminho fechado sem vértices repetidos.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CONCEITOS BÁSICOS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AFFF57A-1158-F575-8C8C-27E85F98DD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t="3951"/>
          <a:stretch/>
        </p:blipFill>
        <p:spPr>
          <a:xfrm>
            <a:off x="2003267" y="3383677"/>
            <a:ext cx="8185461" cy="347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01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Grafo trivial: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possui um único vértice e nenhuma aresta.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TIPOS DE GRAFOS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B17BA4A-7910-355E-18FB-1B89D8F8D1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r="64095"/>
          <a:stretch/>
        </p:blipFill>
        <p:spPr>
          <a:xfrm>
            <a:off x="4586635" y="2803627"/>
            <a:ext cx="3018730" cy="368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051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Grafo simples: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grafo não direcionado, sem laços e sem arestas paralelas (multigrafo).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TIPOS DE GRAFOS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B17BA4A-7910-355E-18FB-1B89D8F8D1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l="50000"/>
          <a:stretch/>
        </p:blipFill>
        <p:spPr>
          <a:xfrm>
            <a:off x="4283242" y="3429000"/>
            <a:ext cx="3625516" cy="318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800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Grafo completo: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 um grafo simples onde cada vértice se conecta a todos os outros vértices do grafo.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TIPOS DE GRAFOS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690F90E-B191-6683-C562-93BB3C05F8F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10193" y="3368323"/>
            <a:ext cx="8371610" cy="348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557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Grafo regular: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 um grafo onde todos os seus vértices possuem o mesmo grau (número de arestas ligadas a ele). Todo grafo completo é regular.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TIPOS DE GRAFOS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7FE87C6-5A3A-B34E-63E9-B9885A7571A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009441" y="3605463"/>
            <a:ext cx="8721355" cy="306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1239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4AC60B31-2446-480C-4F18-F64B44E177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1" y="1825624"/>
                <a:ext cx="12191999" cy="5032375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pt-BR" sz="3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Subgrafo: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𝐺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𝑠</m:t>
                        </m:r>
                      </m:sub>
                    </m:sSub>
                    <m:r>
                      <a:rPr lang="pt-BR" sz="3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pt-BR" sz="3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𝑠</m:t>
                        </m:r>
                      </m:sub>
                    </m:sSub>
                    <m:r>
                      <a:rPr lang="pt-BR" sz="3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</m:t>
                    </m:r>
                    <m:sSub>
                      <m:sSubPr>
                        <m:ctrlPr>
                          <a:rPr lang="pt-BR" sz="3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𝑠</m:t>
                        </m:r>
                      </m:sub>
                    </m:sSub>
                    <m:r>
                      <a:rPr lang="pt-BR" sz="3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pt-BR" sz="3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é um subgrafo de </a:t>
                </a:r>
                <a14:m>
                  <m:oMath xmlns:m="http://schemas.openxmlformats.org/officeDocument/2006/math">
                    <m:r>
                      <a:rPr lang="pt-BR" sz="3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𝐺</m:t>
                    </m:r>
                    <m:r>
                      <a:rPr lang="pt-BR" sz="3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pt-BR" sz="3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</m:t>
                    </m:r>
                    <m:r>
                      <a:rPr lang="pt-BR" sz="3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pt-BR" sz="3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</m:t>
                    </m:r>
                    <m:r>
                      <a:rPr lang="pt-BR" sz="3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pt-BR" sz="3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se o conjunto de vértices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pt-BR" sz="3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for um subconjunto de </a:t>
                </a:r>
                <a14:m>
                  <m:oMath xmlns:m="http://schemas.openxmlformats.org/officeDocument/2006/math">
                    <m:r>
                      <a:rPr lang="pt-BR" sz="3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</m:t>
                    </m:r>
                  </m:oMath>
                </a14:m>
                <a:r>
                  <a:rPr lang="pt-BR" sz="3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𝑠</m:t>
                        </m:r>
                      </m:sub>
                    </m:sSub>
                    <m:r>
                      <a:rPr lang="pt-BR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⊆</m:t>
                    </m:r>
                    <m:r>
                      <a:rPr lang="pt-BR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𝑉</m:t>
                    </m:r>
                  </m:oMath>
                </a14:m>
                <a:r>
                  <a:rPr lang="pt-BR" sz="3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e se o conjunto de arestas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pt-BR" sz="3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for um subconjunto de </a:t>
                </a:r>
                <a14:m>
                  <m:oMath xmlns:m="http://schemas.openxmlformats.org/officeDocument/2006/math">
                    <m:r>
                      <a:rPr lang="pt-BR" sz="3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</m:t>
                    </m:r>
                  </m:oMath>
                </a14:m>
                <a:r>
                  <a:rPr lang="pt-BR" sz="3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pt-BR" sz="3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𝑠</m:t>
                        </m:r>
                      </m:sub>
                    </m:sSub>
                    <m:r>
                      <a:rPr lang="pt-BR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⊆</m:t>
                    </m:r>
                    <m:r>
                      <a:rPr lang="pt-BR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𝐴</m:t>
                    </m:r>
                  </m:oMath>
                </a14:m>
                <a:r>
                  <a:rPr lang="pt-BR" sz="3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4AC60B31-2446-480C-4F18-F64B44E177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" y="1825624"/>
                <a:ext cx="12191999" cy="5032375"/>
              </a:xfrm>
              <a:blipFill>
                <a:blip r:embed="rId2"/>
                <a:stretch>
                  <a:fillRect l="-1000" r="-11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TIPOS DE GRAFOS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D41D4130-7D13-8EFB-9958-12651FA3E0BD}"/>
              </a:ext>
            </a:extLst>
          </p:cNvPr>
          <p:cNvGrpSpPr/>
          <p:nvPr/>
        </p:nvGrpSpPr>
        <p:grpSpPr>
          <a:xfrm>
            <a:off x="2534653" y="3850106"/>
            <a:ext cx="8101263" cy="3007894"/>
            <a:chOff x="2534653" y="4140192"/>
            <a:chExt cx="7437543" cy="2717807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E3CEAA70-7A19-A998-FEFA-863050786B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4062" t="9116"/>
            <a:stretch/>
          </p:blipFill>
          <p:spPr>
            <a:xfrm>
              <a:off x="2534653" y="4140192"/>
              <a:ext cx="7437543" cy="2717807"/>
            </a:xfrm>
            <a:prstGeom prst="rect">
              <a:avLst/>
            </a:prstGeom>
          </p:spPr>
        </p:pic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AF7B56B2-9870-3689-6E07-9EE5A773ED79}"/>
                </a:ext>
              </a:extLst>
            </p:cNvPr>
            <p:cNvSpPr/>
            <p:nvPr/>
          </p:nvSpPr>
          <p:spPr>
            <a:xfrm>
              <a:off x="3297382" y="4140192"/>
              <a:ext cx="665018" cy="3486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5361057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Grafo bipartido: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 grafo G(V,A) onde o seu conjunto de vértices pode ser divididos em dois subconjuntos X e Y sem intersecção. As arestas conectam apenas os vértices que estão em subconjuntos diferentes.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TIPOS DE GRAFOS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DB9F019-5D26-8B83-AE13-7F38E9AF96A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95139" y="4094100"/>
            <a:ext cx="5401722" cy="224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550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Grafo conexo: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Existe um caminho ligando quaisquer dois vértices.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TIPOS DE GRAFOS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4639D0A-51EC-AD69-6225-82C8BCF156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t="8348" r="56847"/>
          <a:stretch/>
        </p:blipFill>
        <p:spPr>
          <a:xfrm>
            <a:off x="3969825" y="3018066"/>
            <a:ext cx="4252345" cy="367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0232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Grafo desconexo: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há um vértice que não possui ligação com nenhum dos outros vértices.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TIPOS DE GRAFOS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4639D0A-51EC-AD69-6225-82C8BCF156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l="60567" t="11598" b="4878"/>
          <a:stretch/>
        </p:blipFill>
        <p:spPr>
          <a:xfrm>
            <a:off x="4395537" y="3240505"/>
            <a:ext cx="3978439" cy="343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8586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A83BBE9B-374B-F8A3-8D9A-89E17F428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055" y="1825625"/>
            <a:ext cx="5181600" cy="435133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Grafos isomorfos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Dois grafos, G1 e G2, são isomorfos se existe uma função que faça o mapeamento de vértices e arestas de modo que os 2 grafos se tornem coincidentes.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2FAD4B4B-CF65-3D77-9F0D-DDDFCCE648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TIPOS DE GRAFOS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12EB728-9994-22FE-D333-7EA161FA2E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l="4233" r="5253"/>
          <a:stretch/>
        </p:blipFill>
        <p:spPr>
          <a:xfrm>
            <a:off x="5624944" y="2166389"/>
            <a:ext cx="6497751" cy="354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1166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Grafo ponderado: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 um grafo que possui pesos (valor numérico) associados a cada uma de suas arestas.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TIPOS DE GRAFOS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F45C59C-CB5C-9404-B382-166D900DE1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t="11155"/>
          <a:stretch/>
        </p:blipFill>
        <p:spPr>
          <a:xfrm>
            <a:off x="4082895" y="3429000"/>
            <a:ext cx="4531715" cy="302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3557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Grafo </a:t>
            </a:r>
            <a:r>
              <a:rPr lang="pt-BR" sz="3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Euleriano</a:t>
            </a: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possui um ciclo que visita todas as suas arestas apenas uma vez, iniciando e terminando no mesmo vértice.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TIPOS DE GRAFOS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7A1674E-5ECB-AC6C-0D12-1A6DF09F107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091259" y="3393133"/>
            <a:ext cx="8009481" cy="346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9400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Grafo Hamiltoniano: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 um grafo que possui um caminho que visita todos os seus vértices apenas uma vez. Pode ser um ciclo.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TIPOS DE GRAFOS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D3AA907-5FFD-26B4-F1AC-FB2CDB36FC5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67739" y="3269300"/>
            <a:ext cx="9856521" cy="358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0929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 representar um grafo no computador?</a:t>
            </a:r>
          </a:p>
          <a:p>
            <a:pPr algn="just"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Existem duas abordagens muito utilizadas:</a:t>
            </a:r>
          </a:p>
          <a:p>
            <a:pPr lvl="1" algn="just">
              <a:lnSpc>
                <a:spcPct val="20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Matriz de adjacência</a:t>
            </a:r>
          </a:p>
          <a:p>
            <a:pPr lvl="1" algn="just">
              <a:lnSpc>
                <a:spcPct val="20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Lista de adjacência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FORMAS DE REPRESENTAÇÃO</a:t>
            </a:r>
          </a:p>
        </p:txBody>
      </p:sp>
    </p:spTree>
    <p:extLst>
      <p:ext uri="{BB962C8B-B14F-4D97-AF65-F5344CB8AC3E}">
        <p14:creationId xmlns:p14="http://schemas.microsoft.com/office/powerpoint/2010/main" val="29363533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Matriz de adjacência: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 uma matriz N x N para armazenar o grafo, onde N é o número de vértices. Uma aresta é representada por uma marca na posição (i, j) da matriz.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FORMAS DE REPRESENTAÇÃO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E27A4E1-BF2F-F9A8-E24F-0A260B24767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29869" y="4058653"/>
            <a:ext cx="9932262" cy="2562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5737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Matriz de adjacência: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 exemplo de representação de um dígrafo, pode ser visualizado abaixo.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FORMAS DE REPRESENTAÇÃO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5649E26-6651-4C37-3B4B-0DBDCB1404F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3390" y="3663728"/>
            <a:ext cx="10265215" cy="282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4629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Lista de adjacência: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 uma lista de vértices para descrever as relações entre os vértices. </a:t>
            </a:r>
          </a:p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 grafo contendo N vértices utiliza um array de ponteiros de tamanho N para armazenar os vértices do grafo. Para cada vértice é criada uma lista de arestas, onde cada posição da lista armazena o índice do vértice a qual aquele vértice se conecta.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FORMAS DE REPRESENTAÇÃO</a:t>
            </a:r>
          </a:p>
        </p:txBody>
      </p:sp>
    </p:spTree>
    <p:extLst>
      <p:ext uri="{BB962C8B-B14F-4D97-AF65-F5344CB8AC3E}">
        <p14:creationId xmlns:p14="http://schemas.microsoft.com/office/powerpoint/2010/main" val="28987909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Lista de adjacência:</a:t>
            </a: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FORMAS DE REPRESENTAÇÃO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8CDCF33-A4CE-4D88-5A15-FFA125645A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l="2426" t="4002" r="1641" b="1414"/>
          <a:stretch/>
        </p:blipFill>
        <p:spPr>
          <a:xfrm>
            <a:off x="2085474" y="2454442"/>
            <a:ext cx="8438147" cy="4403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0959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 amigos Joana, Laura, Diogo e Mariano se encontram em um bar de Paris e começam a conversar. As línguas disponíveis são o inglês, o francês, o português e o alemão. Joana fala todas. Laura não fala apenas o português. Diogo fala francês e alemão. Mariano fala inglês e português. Represente por meio de um dígrafo todas as possibilidades de um deles dirigir a palavra a outro, sendo compreendido.</a:t>
            </a:r>
          </a:p>
          <a:p>
            <a:pPr algn="just">
              <a:lnSpc>
                <a:spcPct val="150000"/>
              </a:lnSpc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FAÇAMOS JUNTOS</a:t>
            </a:r>
          </a:p>
        </p:txBody>
      </p:sp>
    </p:spTree>
    <p:extLst>
      <p:ext uri="{BB962C8B-B14F-4D97-AF65-F5344CB8AC3E}">
        <p14:creationId xmlns:p14="http://schemas.microsoft.com/office/powerpoint/2010/main" val="220816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Exercício 01: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Dado o dígrafo G = (V, A) sendo V = {M, N, O, P, Q, R, S} e A ={(M, S),(N, O),(P, R),(N, S),(O, M),(N, Q),(O, M), (P, P),(S, M),(O, N),(S, M),(N, R),(P, M),(M, S)}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(a) Especifique, caso exista, um caminho simples desde o vértice M até o vértice 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(b) Especifique, caso exista, um ciclo simples, envolvendo pelo menos 4 nós.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(c) O dígrafo é conexo ou não conexo?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>
                <a:latin typeface="Arial Black" panose="020B0A04020102020204" pitchFamily="34" charset="0"/>
              </a:rPr>
              <a:t>FAÇA </a:t>
            </a:r>
            <a:r>
              <a:rPr lang="pt-BR" sz="4400" dirty="0">
                <a:latin typeface="Arial Black" panose="020B0A04020102020204" pitchFamily="34" charset="0"/>
              </a:rPr>
              <a:t>VOCÊ MESMO</a:t>
            </a:r>
          </a:p>
        </p:txBody>
      </p:sp>
    </p:spTree>
    <p:extLst>
      <p:ext uri="{BB962C8B-B14F-4D97-AF65-F5344CB8AC3E}">
        <p14:creationId xmlns:p14="http://schemas.microsoft.com/office/powerpoint/2010/main" val="24191891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Exercício 01 - Continuação: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Dado o dígrafo G = (V, A) sendo V = {M, N, O, P, Q, R, S} e A ={(M, S),(N, O),(P, R),(N, S),(O, M),(N, Q),(O, M), (P, P),(S, M),(O, N),(S, M),(N, R),(P, M),(M, S)}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(d) Qual o grau dos vértices N e R.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(e) Represente o dígrafo utilizando representação por lista de adjacência.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(f) Represente o dígrafo utilizando representação por matriz de adjacência.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FAÇAMOS VOCÊ MESMO</a:t>
            </a:r>
          </a:p>
        </p:txBody>
      </p:sp>
    </p:spTree>
    <p:extLst>
      <p:ext uri="{BB962C8B-B14F-4D97-AF65-F5344CB8AC3E}">
        <p14:creationId xmlns:p14="http://schemas.microsoft.com/office/powerpoint/2010/main" val="15516983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9DEC1EDD-FFF5-2BF7-F15D-5BB290E71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-1" y="1825624"/>
            <a:ext cx="12192000" cy="503237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Exercício 02 -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Seja um grafo G cujos vértices são os inteiros de 1 a 8 e os vértices adjacentes a cada vértice são dados pela tabela abaixo. Desenha o grafo G e represente-o por meio de uma matriz de adjacência e uma lista de adjacência.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FAÇAMOS VOCÊ MESMO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667AF01-0F5C-EC8E-E52A-923C543DB86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210992" y="3756428"/>
            <a:ext cx="3770013" cy="310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2381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314CF-48D6-7037-5E3B-63BA4550E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A9CA1E-58A8-65F2-C2BA-72E3ECC53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DÚVIDAS?</a:t>
            </a:r>
          </a:p>
        </p:txBody>
      </p:sp>
      <p:pic>
        <p:nvPicPr>
          <p:cNvPr id="3074" name="Picture 2" descr="Resultado de imagem para DÚVIDAS">
            <a:extLst>
              <a:ext uri="{FF2B5EF4-FFF2-40B4-BE49-F238E27FC236}">
                <a16:creationId xmlns:a16="http://schemas.microsoft.com/office/drawing/2014/main" id="{745773D9-E05F-41BE-E3C2-3D8CC25CC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2042" y="2577752"/>
            <a:ext cx="4947916" cy="337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254FBD0-F5AF-7E64-2DF3-FAACF2D38D04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DÚVIDAS?</a:t>
            </a:r>
          </a:p>
        </p:txBody>
      </p:sp>
    </p:spTree>
    <p:extLst>
      <p:ext uri="{BB962C8B-B14F-4D97-AF65-F5344CB8AC3E}">
        <p14:creationId xmlns:p14="http://schemas.microsoft.com/office/powerpoint/2010/main" val="26746395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1A5309949B11C4CB16C511DFC2C6B89" ma:contentTypeVersion="3" ma:contentTypeDescription="Crie um novo documento." ma:contentTypeScope="" ma:versionID="1d29b50cf3fd3bad30ef15843b51a5ba">
  <xsd:schema xmlns:xsd="http://www.w3.org/2001/XMLSchema" xmlns:xs="http://www.w3.org/2001/XMLSchema" xmlns:p="http://schemas.microsoft.com/office/2006/metadata/properties" xmlns:ns2="123d4502-9e17-4cff-b61c-384eaceecf46" targetNamespace="http://schemas.microsoft.com/office/2006/metadata/properties" ma:root="true" ma:fieldsID="71ecb686d0f0e9be58741ea6e3e46b0f" ns2:_="">
    <xsd:import namespace="123d4502-9e17-4cff-b61c-384eaceecf4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3d4502-9e17-4cff-b61c-384eaceecf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3D0891B-10E0-4676-894B-146B59163E6D}"/>
</file>

<file path=customXml/itemProps2.xml><?xml version="1.0" encoding="utf-8"?>
<ds:datastoreItem xmlns:ds="http://schemas.openxmlformats.org/officeDocument/2006/customXml" ds:itemID="{C06F20D4-1E68-4871-A038-0FF631213CC0}"/>
</file>

<file path=customXml/itemProps3.xml><?xml version="1.0" encoding="utf-8"?>
<ds:datastoreItem xmlns:ds="http://schemas.openxmlformats.org/officeDocument/2006/customXml" ds:itemID="{C2131B88-BF55-44C9-AED4-17939410DC08}"/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1497</Words>
  <Application>Microsoft Office PowerPoint</Application>
  <PresentationFormat>Widescreen</PresentationFormat>
  <Paragraphs>96</Paragraphs>
  <Slides>38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5" baseType="lpstr">
      <vt:lpstr>Aptos</vt:lpstr>
      <vt:lpstr>Aptos Display</vt:lpstr>
      <vt:lpstr>Arial</vt:lpstr>
      <vt:lpstr>Arial Black</vt:lpstr>
      <vt:lpstr>Calibri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DÚVIDAS?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Thissiany B Almeida</dc:creator>
  <cp:lastModifiedBy>THISSIANY BEATRIZ ALMEIDA</cp:lastModifiedBy>
  <cp:revision>1</cp:revision>
  <dcterms:created xsi:type="dcterms:W3CDTF">2024-02-19T17:05:45Z</dcterms:created>
  <dcterms:modified xsi:type="dcterms:W3CDTF">2024-04-23T01:37:43Z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0x010100E1A5309949B11C4CB16C511DFC2C6B89</vt:lpwstr>
  </property>
</Properties>
</file>