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52" r:id="rId31"/>
    <p:sldId id="278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4190"/>
    <a:srgbClr val="282F78"/>
    <a:srgbClr val="C26F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960348-4248-4DC7-910B-7E30EAA075A0}" v="63" dt="2024-02-19T20:05:41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SSIANY BEATRIZ ALMEIDA" userId="2dcd9e37-326d-4709-acd7-5ac3ef4a188f" providerId="ADAL" clId="{E4960348-4248-4DC7-910B-7E30EAA075A0}"/>
    <pc:docChg chg="undo custSel addSld delSld modSld">
      <pc:chgData name="THISSIANY BEATRIZ ALMEIDA" userId="2dcd9e37-326d-4709-acd7-5ac3ef4a188f" providerId="ADAL" clId="{E4960348-4248-4DC7-910B-7E30EAA075A0}" dt="2024-02-19T20:06:59.326" v="16100" actId="20577"/>
      <pc:docMkLst>
        <pc:docMk/>
      </pc:docMkLst>
      <pc:sldChg chg="modSp mod">
        <pc:chgData name="THISSIANY BEATRIZ ALMEIDA" userId="2dcd9e37-326d-4709-acd7-5ac3ef4a188f" providerId="ADAL" clId="{E4960348-4248-4DC7-910B-7E30EAA075A0}" dt="2024-02-19T18:27:25.587" v="44" actId="20577"/>
        <pc:sldMkLst>
          <pc:docMk/>
          <pc:sldMk cId="2171811861" sldId="256"/>
        </pc:sldMkLst>
        <pc:spChg chg="mod">
          <ac:chgData name="THISSIANY BEATRIZ ALMEIDA" userId="2dcd9e37-326d-4709-acd7-5ac3ef4a188f" providerId="ADAL" clId="{E4960348-4248-4DC7-910B-7E30EAA075A0}" dt="2024-02-19T18:27:25.587" v="44" actId="20577"/>
          <ac:spMkLst>
            <pc:docMk/>
            <pc:sldMk cId="2171811861" sldId="256"/>
            <ac:spMk id="5" creationId="{DBE60C55-CFDA-ABBB-AEE1-A2F7EDF7FF12}"/>
          </ac:spMkLst>
        </pc:spChg>
      </pc:sldChg>
      <pc:sldChg chg="modSp mod">
        <pc:chgData name="THISSIANY BEATRIZ ALMEIDA" userId="2dcd9e37-326d-4709-acd7-5ac3ef4a188f" providerId="ADAL" clId="{E4960348-4248-4DC7-910B-7E30EAA075A0}" dt="2024-02-19T18:32:24.738" v="245" actId="20577"/>
        <pc:sldMkLst>
          <pc:docMk/>
          <pc:sldMk cId="3236644282" sldId="257"/>
        </pc:sldMkLst>
        <pc:spChg chg="mod">
          <ac:chgData name="THISSIANY BEATRIZ ALMEIDA" userId="2dcd9e37-326d-4709-acd7-5ac3ef4a188f" providerId="ADAL" clId="{E4960348-4248-4DC7-910B-7E30EAA075A0}" dt="2024-02-19T18:32:24.738" v="245" actId="20577"/>
          <ac:spMkLst>
            <pc:docMk/>
            <pc:sldMk cId="3236644282" sldId="257"/>
            <ac:spMk id="3" creationId="{30868531-4076-9BC2-740A-928ACB114A92}"/>
          </ac:spMkLst>
        </pc:spChg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478335380" sldId="258"/>
        </pc:sldMkLst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2987936547" sldId="259"/>
        </pc:sldMkLst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1421376450" sldId="260"/>
        </pc:sldMkLst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2348822984" sldId="261"/>
        </pc:sldMkLst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1661797884" sldId="265"/>
        </pc:sldMkLst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2044956114" sldId="266"/>
        </pc:sldMkLst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2211300243" sldId="267"/>
        </pc:sldMkLst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2741799910" sldId="268"/>
        </pc:sldMkLst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613918190" sldId="269"/>
        </pc:sldMkLst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2393711049" sldId="270"/>
        </pc:sldMkLst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2793538177" sldId="271"/>
        </pc:sldMkLst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3055321755" sldId="272"/>
        </pc:sldMkLst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2156257804" sldId="273"/>
        </pc:sldMkLst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3850597215" sldId="274"/>
        </pc:sldMkLst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195818609" sldId="275"/>
        </pc:sldMkLst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474246146" sldId="276"/>
        </pc:sldMkLst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296554654" sldId="277"/>
        </pc:sldMkLst>
      </pc:sldChg>
      <pc:sldChg chg="delSp modSp add mod">
        <pc:chgData name="THISSIANY BEATRIZ ALMEIDA" userId="2dcd9e37-326d-4709-acd7-5ac3ef4a188f" providerId="ADAL" clId="{E4960348-4248-4DC7-910B-7E30EAA075A0}" dt="2024-02-19T18:35:49.102" v="797" actId="20577"/>
        <pc:sldMkLst>
          <pc:docMk/>
          <pc:sldMk cId="1620301075" sldId="279"/>
        </pc:sldMkLst>
        <pc:spChg chg="mod">
          <ac:chgData name="THISSIANY BEATRIZ ALMEIDA" userId="2dcd9e37-326d-4709-acd7-5ac3ef4a188f" providerId="ADAL" clId="{E4960348-4248-4DC7-910B-7E30EAA075A0}" dt="2024-02-19T18:35:49.102" v="797" actId="20577"/>
          <ac:spMkLst>
            <pc:docMk/>
            <pc:sldMk cId="1620301075" sldId="279"/>
            <ac:spMk id="3" creationId="{2AE372F7-D807-A2CB-2466-2E10E1082378}"/>
          </ac:spMkLst>
        </pc:spChg>
        <pc:spChg chg="mod">
          <ac:chgData name="THISSIANY BEATRIZ ALMEIDA" userId="2dcd9e37-326d-4709-acd7-5ac3ef4a188f" providerId="ADAL" clId="{E4960348-4248-4DC7-910B-7E30EAA075A0}" dt="2024-02-19T18:32:50.757" v="270" actId="20577"/>
          <ac:spMkLst>
            <pc:docMk/>
            <pc:sldMk cId="1620301075" sldId="279"/>
            <ac:spMk id="4" creationId="{D9D24CD8-7DDE-C0BA-D367-90DDCEE831F8}"/>
          </ac:spMkLst>
        </pc:spChg>
        <pc:picChg chg="del">
          <ac:chgData name="THISSIANY BEATRIZ ALMEIDA" userId="2dcd9e37-326d-4709-acd7-5ac3ef4a188f" providerId="ADAL" clId="{E4960348-4248-4DC7-910B-7E30EAA075A0}" dt="2024-02-19T18:33:26.187" v="271" actId="478"/>
          <ac:picMkLst>
            <pc:docMk/>
            <pc:sldMk cId="1620301075" sldId="279"/>
            <ac:picMk id="2054" creationId="{7FEA4A76-7549-5C40-EE0C-5E9B36DF4575}"/>
          </ac:picMkLst>
        </pc:picChg>
      </pc:sldChg>
      <pc:sldChg chg="del">
        <pc:chgData name="THISSIANY BEATRIZ ALMEIDA" userId="2dcd9e37-326d-4709-acd7-5ac3ef4a188f" providerId="ADAL" clId="{E4960348-4248-4DC7-910B-7E30EAA075A0}" dt="2024-02-19T18:27:37.587" v="45" actId="47"/>
        <pc:sldMkLst>
          <pc:docMk/>
          <pc:sldMk cId="3230539751" sldId="279"/>
        </pc:sldMkLst>
      </pc:sldChg>
      <pc:sldChg chg="addSp modSp add mod">
        <pc:chgData name="THISSIANY BEATRIZ ALMEIDA" userId="2dcd9e37-326d-4709-acd7-5ac3ef4a188f" providerId="ADAL" clId="{E4960348-4248-4DC7-910B-7E30EAA075A0}" dt="2024-02-19T18:38:11.126" v="1311" actId="1076"/>
        <pc:sldMkLst>
          <pc:docMk/>
          <pc:sldMk cId="1224412571" sldId="280"/>
        </pc:sldMkLst>
        <pc:spChg chg="mod">
          <ac:chgData name="THISSIANY BEATRIZ ALMEIDA" userId="2dcd9e37-326d-4709-acd7-5ac3ef4a188f" providerId="ADAL" clId="{E4960348-4248-4DC7-910B-7E30EAA075A0}" dt="2024-02-19T18:36:38.687" v="1302" actId="20577"/>
          <ac:spMkLst>
            <pc:docMk/>
            <pc:sldMk cId="1224412571" sldId="280"/>
            <ac:spMk id="3" creationId="{B6AD0E64-60C3-50EA-8BB4-87113F785F58}"/>
          </ac:spMkLst>
        </pc:spChg>
        <pc:picChg chg="add mod">
          <ac:chgData name="THISSIANY BEATRIZ ALMEIDA" userId="2dcd9e37-326d-4709-acd7-5ac3ef4a188f" providerId="ADAL" clId="{E4960348-4248-4DC7-910B-7E30EAA075A0}" dt="2024-02-19T18:38:11.126" v="1311" actId="1076"/>
          <ac:picMkLst>
            <pc:docMk/>
            <pc:sldMk cId="1224412571" sldId="280"/>
            <ac:picMk id="1026" creationId="{254C7EB2-D444-B535-9001-339124D03F69}"/>
          </ac:picMkLst>
        </pc:picChg>
      </pc:sldChg>
      <pc:sldChg chg="modSp add mod">
        <pc:chgData name="THISSIANY BEATRIZ ALMEIDA" userId="2dcd9e37-326d-4709-acd7-5ac3ef4a188f" providerId="ADAL" clId="{E4960348-4248-4DC7-910B-7E30EAA075A0}" dt="2024-02-19T18:41:11.522" v="2045" actId="113"/>
        <pc:sldMkLst>
          <pc:docMk/>
          <pc:sldMk cId="3442236573" sldId="281"/>
        </pc:sldMkLst>
        <pc:spChg chg="mod">
          <ac:chgData name="THISSIANY BEATRIZ ALMEIDA" userId="2dcd9e37-326d-4709-acd7-5ac3ef4a188f" providerId="ADAL" clId="{E4960348-4248-4DC7-910B-7E30EAA075A0}" dt="2024-02-19T18:41:11.522" v="2045" actId="113"/>
          <ac:spMkLst>
            <pc:docMk/>
            <pc:sldMk cId="3442236573" sldId="281"/>
            <ac:spMk id="3" creationId="{BF08A6FA-08BC-C64E-3CFD-B26C3C73D54A}"/>
          </ac:spMkLst>
        </pc:spChg>
        <pc:spChg chg="mod">
          <ac:chgData name="THISSIANY BEATRIZ ALMEIDA" userId="2dcd9e37-326d-4709-acd7-5ac3ef4a188f" providerId="ADAL" clId="{E4960348-4248-4DC7-910B-7E30EAA075A0}" dt="2024-02-19T18:39:24.036" v="1344" actId="20577"/>
          <ac:spMkLst>
            <pc:docMk/>
            <pc:sldMk cId="3442236573" sldId="281"/>
            <ac:spMk id="4" creationId="{8353EB1C-D0FC-BBF0-1C35-8DA88C4A8123}"/>
          </ac:spMkLst>
        </pc:spChg>
      </pc:sldChg>
      <pc:sldChg chg="modSp add mod">
        <pc:chgData name="THISSIANY BEATRIZ ALMEIDA" userId="2dcd9e37-326d-4709-acd7-5ac3ef4a188f" providerId="ADAL" clId="{E4960348-4248-4DC7-910B-7E30EAA075A0}" dt="2024-02-19T18:45:17.386" v="2389"/>
        <pc:sldMkLst>
          <pc:docMk/>
          <pc:sldMk cId="435346984" sldId="282"/>
        </pc:sldMkLst>
        <pc:spChg chg="mod">
          <ac:chgData name="THISSIANY BEATRIZ ALMEIDA" userId="2dcd9e37-326d-4709-acd7-5ac3ef4a188f" providerId="ADAL" clId="{E4960348-4248-4DC7-910B-7E30EAA075A0}" dt="2024-02-19T18:45:17.386" v="2389"/>
          <ac:spMkLst>
            <pc:docMk/>
            <pc:sldMk cId="435346984" sldId="282"/>
            <ac:spMk id="3" creationId="{83D5B686-045E-0672-3AF4-DD408F94D24A}"/>
          </ac:spMkLst>
        </pc:spChg>
      </pc:sldChg>
      <pc:sldChg chg="modSp add mod">
        <pc:chgData name="THISSIANY BEATRIZ ALMEIDA" userId="2dcd9e37-326d-4709-acd7-5ac3ef4a188f" providerId="ADAL" clId="{E4960348-4248-4DC7-910B-7E30EAA075A0}" dt="2024-02-19T18:47:03.806" v="2796" actId="20577"/>
        <pc:sldMkLst>
          <pc:docMk/>
          <pc:sldMk cId="1419914616" sldId="283"/>
        </pc:sldMkLst>
        <pc:spChg chg="mod">
          <ac:chgData name="THISSIANY BEATRIZ ALMEIDA" userId="2dcd9e37-326d-4709-acd7-5ac3ef4a188f" providerId="ADAL" clId="{E4960348-4248-4DC7-910B-7E30EAA075A0}" dt="2024-02-19T18:47:03.806" v="2796" actId="20577"/>
          <ac:spMkLst>
            <pc:docMk/>
            <pc:sldMk cId="1419914616" sldId="283"/>
            <ac:spMk id="3" creationId="{21CB285F-96CD-01FB-9394-5E8F80AF33BC}"/>
          </ac:spMkLst>
        </pc:spChg>
      </pc:sldChg>
      <pc:sldChg chg="modSp add mod">
        <pc:chgData name="THISSIANY BEATRIZ ALMEIDA" userId="2dcd9e37-326d-4709-acd7-5ac3ef4a188f" providerId="ADAL" clId="{E4960348-4248-4DC7-910B-7E30EAA075A0}" dt="2024-02-19T18:49:31.075" v="3293" actId="2710"/>
        <pc:sldMkLst>
          <pc:docMk/>
          <pc:sldMk cId="2198088395" sldId="284"/>
        </pc:sldMkLst>
        <pc:spChg chg="mod">
          <ac:chgData name="THISSIANY BEATRIZ ALMEIDA" userId="2dcd9e37-326d-4709-acd7-5ac3ef4a188f" providerId="ADAL" clId="{E4960348-4248-4DC7-910B-7E30EAA075A0}" dt="2024-02-19T18:49:31.075" v="3293" actId="2710"/>
          <ac:spMkLst>
            <pc:docMk/>
            <pc:sldMk cId="2198088395" sldId="284"/>
            <ac:spMk id="3" creationId="{C630FCA2-9E5D-3657-8DE3-11429A9DD53F}"/>
          </ac:spMkLst>
        </pc:spChg>
      </pc:sldChg>
      <pc:sldChg chg="modSp add mod">
        <pc:chgData name="THISSIANY BEATRIZ ALMEIDA" userId="2dcd9e37-326d-4709-acd7-5ac3ef4a188f" providerId="ADAL" clId="{E4960348-4248-4DC7-910B-7E30EAA075A0}" dt="2024-02-19T18:52:48.338" v="4113" actId="113"/>
        <pc:sldMkLst>
          <pc:docMk/>
          <pc:sldMk cId="2133575855" sldId="285"/>
        </pc:sldMkLst>
        <pc:spChg chg="mod">
          <ac:chgData name="THISSIANY BEATRIZ ALMEIDA" userId="2dcd9e37-326d-4709-acd7-5ac3ef4a188f" providerId="ADAL" clId="{E4960348-4248-4DC7-910B-7E30EAA075A0}" dt="2024-02-19T18:52:48.338" v="4113" actId="113"/>
          <ac:spMkLst>
            <pc:docMk/>
            <pc:sldMk cId="2133575855" sldId="285"/>
            <ac:spMk id="3" creationId="{A9CBF943-DFD5-04EC-594C-2A922CF43A55}"/>
          </ac:spMkLst>
        </pc:spChg>
        <pc:spChg chg="mod">
          <ac:chgData name="THISSIANY BEATRIZ ALMEIDA" userId="2dcd9e37-326d-4709-acd7-5ac3ef4a188f" providerId="ADAL" clId="{E4960348-4248-4DC7-910B-7E30EAA075A0}" dt="2024-02-19T18:50:08.449" v="3317" actId="20577"/>
          <ac:spMkLst>
            <pc:docMk/>
            <pc:sldMk cId="2133575855" sldId="285"/>
            <ac:spMk id="4" creationId="{4A551603-4B77-5F0A-516E-40D7C1079D6E}"/>
          </ac:spMkLst>
        </pc:spChg>
      </pc:sldChg>
      <pc:sldChg chg="modSp add mod">
        <pc:chgData name="THISSIANY BEATRIZ ALMEIDA" userId="2dcd9e37-326d-4709-acd7-5ac3ef4a188f" providerId="ADAL" clId="{E4960348-4248-4DC7-910B-7E30EAA075A0}" dt="2024-02-19T19:00:36.986" v="4819" actId="20577"/>
        <pc:sldMkLst>
          <pc:docMk/>
          <pc:sldMk cId="1513964806" sldId="286"/>
        </pc:sldMkLst>
        <pc:spChg chg="mod">
          <ac:chgData name="THISSIANY BEATRIZ ALMEIDA" userId="2dcd9e37-326d-4709-acd7-5ac3ef4a188f" providerId="ADAL" clId="{E4960348-4248-4DC7-910B-7E30EAA075A0}" dt="2024-02-19T19:00:36.986" v="4819" actId="20577"/>
          <ac:spMkLst>
            <pc:docMk/>
            <pc:sldMk cId="1513964806" sldId="286"/>
            <ac:spMk id="3" creationId="{D724EB98-DDEC-CE51-69FB-7C5DF2D0600C}"/>
          </ac:spMkLst>
        </pc:spChg>
      </pc:sldChg>
      <pc:sldChg chg="modSp add mod">
        <pc:chgData name="THISSIANY BEATRIZ ALMEIDA" userId="2dcd9e37-326d-4709-acd7-5ac3ef4a188f" providerId="ADAL" clId="{E4960348-4248-4DC7-910B-7E30EAA075A0}" dt="2024-02-19T19:02:17.507" v="5233" actId="20577"/>
        <pc:sldMkLst>
          <pc:docMk/>
          <pc:sldMk cId="123741996" sldId="287"/>
        </pc:sldMkLst>
        <pc:spChg chg="mod">
          <ac:chgData name="THISSIANY BEATRIZ ALMEIDA" userId="2dcd9e37-326d-4709-acd7-5ac3ef4a188f" providerId="ADAL" clId="{E4960348-4248-4DC7-910B-7E30EAA075A0}" dt="2024-02-19T19:02:17.507" v="5233" actId="20577"/>
          <ac:spMkLst>
            <pc:docMk/>
            <pc:sldMk cId="123741996" sldId="287"/>
            <ac:spMk id="3" creationId="{AF9D3CDC-0CC8-6973-066B-DA8831BD51A6}"/>
          </ac:spMkLst>
        </pc:spChg>
      </pc:sldChg>
      <pc:sldChg chg="modSp add mod">
        <pc:chgData name="THISSIANY BEATRIZ ALMEIDA" userId="2dcd9e37-326d-4709-acd7-5ac3ef4a188f" providerId="ADAL" clId="{E4960348-4248-4DC7-910B-7E30EAA075A0}" dt="2024-02-19T19:04:31.100" v="6006" actId="20577"/>
        <pc:sldMkLst>
          <pc:docMk/>
          <pc:sldMk cId="54951062" sldId="288"/>
        </pc:sldMkLst>
        <pc:spChg chg="mod">
          <ac:chgData name="THISSIANY BEATRIZ ALMEIDA" userId="2dcd9e37-326d-4709-acd7-5ac3ef4a188f" providerId="ADAL" clId="{E4960348-4248-4DC7-910B-7E30EAA075A0}" dt="2024-02-19T19:04:31.100" v="6006" actId="20577"/>
          <ac:spMkLst>
            <pc:docMk/>
            <pc:sldMk cId="54951062" sldId="288"/>
            <ac:spMk id="3" creationId="{721591C7-A3A6-8E02-C765-BAE7873A1C0B}"/>
          </ac:spMkLst>
        </pc:spChg>
        <pc:spChg chg="mod">
          <ac:chgData name="THISSIANY BEATRIZ ALMEIDA" userId="2dcd9e37-326d-4709-acd7-5ac3ef4a188f" providerId="ADAL" clId="{E4960348-4248-4DC7-910B-7E30EAA075A0}" dt="2024-02-19T19:02:44.525" v="5266" actId="20577"/>
          <ac:spMkLst>
            <pc:docMk/>
            <pc:sldMk cId="54951062" sldId="288"/>
            <ac:spMk id="4" creationId="{EA94ADE0-6DFE-636F-D109-2B9078C3CA0D}"/>
          </ac:spMkLst>
        </pc:spChg>
      </pc:sldChg>
      <pc:sldChg chg="addSp delSp modSp add mod">
        <pc:chgData name="THISSIANY BEATRIZ ALMEIDA" userId="2dcd9e37-326d-4709-acd7-5ac3ef4a188f" providerId="ADAL" clId="{E4960348-4248-4DC7-910B-7E30EAA075A0}" dt="2024-02-19T19:05:54.796" v="6012"/>
        <pc:sldMkLst>
          <pc:docMk/>
          <pc:sldMk cId="1886566596" sldId="289"/>
        </pc:sldMkLst>
        <pc:spChg chg="del">
          <ac:chgData name="THISSIANY BEATRIZ ALMEIDA" userId="2dcd9e37-326d-4709-acd7-5ac3ef4a188f" providerId="ADAL" clId="{E4960348-4248-4DC7-910B-7E30EAA075A0}" dt="2024-02-19T19:05:05.989" v="6008" actId="478"/>
          <ac:spMkLst>
            <pc:docMk/>
            <pc:sldMk cId="1886566596" sldId="289"/>
            <ac:spMk id="3" creationId="{0D95103C-C834-A4EB-DACC-B0FC9563DD7D}"/>
          </ac:spMkLst>
        </pc:spChg>
        <pc:spChg chg="add del mod">
          <ac:chgData name="THISSIANY BEATRIZ ALMEIDA" userId="2dcd9e37-326d-4709-acd7-5ac3ef4a188f" providerId="ADAL" clId="{E4960348-4248-4DC7-910B-7E30EAA075A0}" dt="2024-02-19T19:05:09.848" v="6009" actId="478"/>
          <ac:spMkLst>
            <pc:docMk/>
            <pc:sldMk cId="1886566596" sldId="289"/>
            <ac:spMk id="6" creationId="{0028FFD8-47B7-056F-E09A-E0A77AB46535}"/>
          </ac:spMkLst>
        </pc:spChg>
        <pc:picChg chg="add mod">
          <ac:chgData name="THISSIANY BEATRIZ ALMEIDA" userId="2dcd9e37-326d-4709-acd7-5ac3ef4a188f" providerId="ADAL" clId="{E4960348-4248-4DC7-910B-7E30EAA075A0}" dt="2024-02-19T19:05:54.796" v="6012"/>
          <ac:picMkLst>
            <pc:docMk/>
            <pc:sldMk cId="1886566596" sldId="289"/>
            <ac:picMk id="2050" creationId="{61E7FAF7-DFC7-1A91-C7B8-C112EA5271E0}"/>
          </ac:picMkLst>
        </pc:picChg>
      </pc:sldChg>
      <pc:sldChg chg="modSp add mod">
        <pc:chgData name="THISSIANY BEATRIZ ALMEIDA" userId="2dcd9e37-326d-4709-acd7-5ac3ef4a188f" providerId="ADAL" clId="{E4960348-4248-4DC7-910B-7E30EAA075A0}" dt="2024-02-19T19:09:26.182" v="6663" actId="2710"/>
        <pc:sldMkLst>
          <pc:docMk/>
          <pc:sldMk cId="2342666629" sldId="290"/>
        </pc:sldMkLst>
        <pc:spChg chg="mod">
          <ac:chgData name="THISSIANY BEATRIZ ALMEIDA" userId="2dcd9e37-326d-4709-acd7-5ac3ef4a188f" providerId="ADAL" clId="{E4960348-4248-4DC7-910B-7E30EAA075A0}" dt="2024-02-19T19:09:26.182" v="6663" actId="2710"/>
          <ac:spMkLst>
            <pc:docMk/>
            <pc:sldMk cId="2342666629" sldId="290"/>
            <ac:spMk id="3" creationId="{7ED2FC41-0E13-6D3A-49F6-8868260A8509}"/>
          </ac:spMkLst>
        </pc:spChg>
        <pc:spChg chg="mod">
          <ac:chgData name="THISSIANY BEATRIZ ALMEIDA" userId="2dcd9e37-326d-4709-acd7-5ac3ef4a188f" providerId="ADAL" clId="{E4960348-4248-4DC7-910B-7E30EAA075A0}" dt="2024-02-19T19:07:00.284" v="6052" actId="20577"/>
          <ac:spMkLst>
            <pc:docMk/>
            <pc:sldMk cId="2342666629" sldId="290"/>
            <ac:spMk id="4" creationId="{481B0CA2-BB3A-0C2F-E733-86A294AAC5D6}"/>
          </ac:spMkLst>
        </pc:spChg>
      </pc:sldChg>
      <pc:sldChg chg="modSp add mod">
        <pc:chgData name="THISSIANY BEATRIZ ALMEIDA" userId="2dcd9e37-326d-4709-acd7-5ac3ef4a188f" providerId="ADAL" clId="{E4960348-4248-4DC7-910B-7E30EAA075A0}" dt="2024-02-19T19:11:38.017" v="7320" actId="20577"/>
        <pc:sldMkLst>
          <pc:docMk/>
          <pc:sldMk cId="2373907979" sldId="291"/>
        </pc:sldMkLst>
        <pc:spChg chg="mod">
          <ac:chgData name="THISSIANY BEATRIZ ALMEIDA" userId="2dcd9e37-326d-4709-acd7-5ac3ef4a188f" providerId="ADAL" clId="{E4960348-4248-4DC7-910B-7E30EAA075A0}" dt="2024-02-19T19:11:38.017" v="7320" actId="20577"/>
          <ac:spMkLst>
            <pc:docMk/>
            <pc:sldMk cId="2373907979" sldId="291"/>
            <ac:spMk id="3" creationId="{B1B68D31-CA87-307F-AD01-384FE744B170}"/>
          </ac:spMkLst>
        </pc:spChg>
        <pc:spChg chg="mod">
          <ac:chgData name="THISSIANY BEATRIZ ALMEIDA" userId="2dcd9e37-326d-4709-acd7-5ac3ef4a188f" providerId="ADAL" clId="{E4960348-4248-4DC7-910B-7E30EAA075A0}" dt="2024-02-19T19:09:58.373" v="6687" actId="20577"/>
          <ac:spMkLst>
            <pc:docMk/>
            <pc:sldMk cId="2373907979" sldId="291"/>
            <ac:spMk id="4" creationId="{3E5089CA-5FD2-4B1E-AA4E-1F99D32559F3}"/>
          </ac:spMkLst>
        </pc:spChg>
      </pc:sldChg>
      <pc:sldChg chg="addSp modSp add mod">
        <pc:chgData name="THISSIANY BEATRIZ ALMEIDA" userId="2dcd9e37-326d-4709-acd7-5ac3ef4a188f" providerId="ADAL" clId="{E4960348-4248-4DC7-910B-7E30EAA075A0}" dt="2024-02-19T19:13:00.037" v="7710" actId="2710"/>
        <pc:sldMkLst>
          <pc:docMk/>
          <pc:sldMk cId="227734104" sldId="292"/>
        </pc:sldMkLst>
        <pc:spChg chg="mod">
          <ac:chgData name="THISSIANY BEATRIZ ALMEIDA" userId="2dcd9e37-326d-4709-acd7-5ac3ef4a188f" providerId="ADAL" clId="{E4960348-4248-4DC7-910B-7E30EAA075A0}" dt="2024-02-19T19:13:00.037" v="7710" actId="2710"/>
          <ac:spMkLst>
            <pc:docMk/>
            <pc:sldMk cId="227734104" sldId="292"/>
            <ac:spMk id="3" creationId="{A7427121-AFF5-A864-C9EA-5D970ADC5C7E}"/>
          </ac:spMkLst>
        </pc:spChg>
        <pc:picChg chg="add mod">
          <ac:chgData name="THISSIANY BEATRIZ ALMEIDA" userId="2dcd9e37-326d-4709-acd7-5ac3ef4a188f" providerId="ADAL" clId="{E4960348-4248-4DC7-910B-7E30EAA075A0}" dt="2024-02-19T19:12:52.570" v="7709"/>
          <ac:picMkLst>
            <pc:docMk/>
            <pc:sldMk cId="227734104" sldId="292"/>
            <ac:picMk id="3074" creationId="{E9EEB4EE-C5F1-9ECB-F893-EAEB19E3A995}"/>
          </ac:picMkLst>
        </pc:picChg>
      </pc:sldChg>
      <pc:sldChg chg="modSp add mod">
        <pc:chgData name="THISSIANY BEATRIZ ALMEIDA" userId="2dcd9e37-326d-4709-acd7-5ac3ef4a188f" providerId="ADAL" clId="{E4960348-4248-4DC7-910B-7E30EAA075A0}" dt="2024-02-19T19:20:40.386" v="9168" actId="207"/>
        <pc:sldMkLst>
          <pc:docMk/>
          <pc:sldMk cId="1615806360" sldId="293"/>
        </pc:sldMkLst>
        <pc:spChg chg="mod">
          <ac:chgData name="THISSIANY BEATRIZ ALMEIDA" userId="2dcd9e37-326d-4709-acd7-5ac3ef4a188f" providerId="ADAL" clId="{E4960348-4248-4DC7-910B-7E30EAA075A0}" dt="2024-02-19T19:20:40.386" v="9168" actId="207"/>
          <ac:spMkLst>
            <pc:docMk/>
            <pc:sldMk cId="1615806360" sldId="293"/>
            <ac:spMk id="3" creationId="{6353263B-2655-1776-0FF2-FE821018143F}"/>
          </ac:spMkLst>
        </pc:spChg>
        <pc:spChg chg="mod">
          <ac:chgData name="THISSIANY BEATRIZ ALMEIDA" userId="2dcd9e37-326d-4709-acd7-5ac3ef4a188f" providerId="ADAL" clId="{E4960348-4248-4DC7-910B-7E30EAA075A0}" dt="2024-02-19T19:13:26.234" v="7729" actId="20577"/>
          <ac:spMkLst>
            <pc:docMk/>
            <pc:sldMk cId="1615806360" sldId="293"/>
            <ac:spMk id="4" creationId="{DFDF9101-A691-CF29-22D2-2FAF0A1DC000}"/>
          </ac:spMkLst>
        </pc:spChg>
      </pc:sldChg>
      <pc:sldChg chg="addSp delSp modSp add del mod">
        <pc:chgData name="THISSIANY BEATRIZ ALMEIDA" userId="2dcd9e37-326d-4709-acd7-5ac3ef4a188f" providerId="ADAL" clId="{E4960348-4248-4DC7-910B-7E30EAA075A0}" dt="2024-02-19T19:17:22.821" v="8476" actId="20577"/>
        <pc:sldMkLst>
          <pc:docMk/>
          <pc:sldMk cId="888257905" sldId="294"/>
        </pc:sldMkLst>
        <pc:spChg chg="mod">
          <ac:chgData name="THISSIANY BEATRIZ ALMEIDA" userId="2dcd9e37-326d-4709-acd7-5ac3ef4a188f" providerId="ADAL" clId="{E4960348-4248-4DC7-910B-7E30EAA075A0}" dt="2024-02-19T19:17:22.821" v="8476" actId="20577"/>
          <ac:spMkLst>
            <pc:docMk/>
            <pc:sldMk cId="888257905" sldId="294"/>
            <ac:spMk id="3" creationId="{B60DC96F-871D-247F-2F60-1BBCB5802966}"/>
          </ac:spMkLst>
        </pc:spChg>
        <pc:spChg chg="mod">
          <ac:chgData name="THISSIANY BEATRIZ ALMEIDA" userId="2dcd9e37-326d-4709-acd7-5ac3ef4a188f" providerId="ADAL" clId="{E4960348-4248-4DC7-910B-7E30EAA075A0}" dt="2024-02-19T19:15:26.082" v="8365" actId="20577"/>
          <ac:spMkLst>
            <pc:docMk/>
            <pc:sldMk cId="888257905" sldId="294"/>
            <ac:spMk id="4" creationId="{BC3F313E-559B-EE23-76FA-05012FA88BCE}"/>
          </ac:spMkLst>
        </pc:spChg>
        <pc:picChg chg="del">
          <ac:chgData name="THISSIANY BEATRIZ ALMEIDA" userId="2dcd9e37-326d-4709-acd7-5ac3ef4a188f" providerId="ADAL" clId="{E4960348-4248-4DC7-910B-7E30EAA075A0}" dt="2024-02-19T19:16:31.430" v="8441" actId="478"/>
          <ac:picMkLst>
            <pc:docMk/>
            <pc:sldMk cId="888257905" sldId="294"/>
            <ac:picMk id="3074" creationId="{55196F35-47A1-7401-34D7-DB73282E4290}"/>
          </ac:picMkLst>
        </pc:picChg>
        <pc:picChg chg="add mod">
          <ac:chgData name="THISSIANY BEATRIZ ALMEIDA" userId="2dcd9e37-326d-4709-acd7-5ac3ef4a188f" providerId="ADAL" clId="{E4960348-4248-4DC7-910B-7E30EAA075A0}" dt="2024-02-19T19:16:50.530" v="8445"/>
          <ac:picMkLst>
            <pc:docMk/>
            <pc:sldMk cId="888257905" sldId="294"/>
            <ac:picMk id="4098" creationId="{9A47CB1D-E4B5-5299-EB3B-8A030D9C274C}"/>
          </ac:picMkLst>
        </pc:picChg>
      </pc:sldChg>
      <pc:sldChg chg="modSp add mod">
        <pc:chgData name="THISSIANY BEATRIZ ALMEIDA" userId="2dcd9e37-326d-4709-acd7-5ac3ef4a188f" providerId="ADAL" clId="{E4960348-4248-4DC7-910B-7E30EAA075A0}" dt="2024-02-19T19:20:27.982" v="9164" actId="113"/>
        <pc:sldMkLst>
          <pc:docMk/>
          <pc:sldMk cId="1736025552" sldId="295"/>
        </pc:sldMkLst>
        <pc:spChg chg="mod">
          <ac:chgData name="THISSIANY BEATRIZ ALMEIDA" userId="2dcd9e37-326d-4709-acd7-5ac3ef4a188f" providerId="ADAL" clId="{E4960348-4248-4DC7-910B-7E30EAA075A0}" dt="2024-02-19T19:20:27.982" v="9164" actId="113"/>
          <ac:spMkLst>
            <pc:docMk/>
            <pc:sldMk cId="1736025552" sldId="295"/>
            <ac:spMk id="3" creationId="{4BD4CA34-FD26-06E8-A097-65D6982AF1DC}"/>
          </ac:spMkLst>
        </pc:spChg>
        <pc:spChg chg="mod">
          <ac:chgData name="THISSIANY BEATRIZ ALMEIDA" userId="2dcd9e37-326d-4709-acd7-5ac3ef4a188f" providerId="ADAL" clId="{E4960348-4248-4DC7-910B-7E30EAA075A0}" dt="2024-02-19T19:18:14.194" v="8489" actId="20577"/>
          <ac:spMkLst>
            <pc:docMk/>
            <pc:sldMk cId="1736025552" sldId="295"/>
            <ac:spMk id="4" creationId="{8BDFB75F-FE70-E688-1754-5F414CF7A731}"/>
          </ac:spMkLst>
        </pc:spChg>
      </pc:sldChg>
      <pc:sldChg chg="addSp delSp modSp add mod">
        <pc:chgData name="THISSIANY BEATRIZ ALMEIDA" userId="2dcd9e37-326d-4709-acd7-5ac3ef4a188f" providerId="ADAL" clId="{E4960348-4248-4DC7-910B-7E30EAA075A0}" dt="2024-02-19T19:25:04.101" v="9369"/>
        <pc:sldMkLst>
          <pc:docMk/>
          <pc:sldMk cId="3387054909" sldId="296"/>
        </pc:sldMkLst>
        <pc:spChg chg="mod">
          <ac:chgData name="THISSIANY BEATRIZ ALMEIDA" userId="2dcd9e37-326d-4709-acd7-5ac3ef4a188f" providerId="ADAL" clId="{E4960348-4248-4DC7-910B-7E30EAA075A0}" dt="2024-02-19T19:24:29.473" v="9364" actId="20577"/>
          <ac:spMkLst>
            <pc:docMk/>
            <pc:sldMk cId="3387054909" sldId="296"/>
            <ac:spMk id="3" creationId="{6DABCEA3-FECA-4211-41CC-D269EF005748}"/>
          </ac:spMkLst>
        </pc:spChg>
        <pc:spChg chg="mod">
          <ac:chgData name="THISSIANY BEATRIZ ALMEIDA" userId="2dcd9e37-326d-4709-acd7-5ac3ef4a188f" providerId="ADAL" clId="{E4960348-4248-4DC7-910B-7E30EAA075A0}" dt="2024-02-19T19:20:52.742" v="9183" actId="20577"/>
          <ac:spMkLst>
            <pc:docMk/>
            <pc:sldMk cId="3387054909" sldId="296"/>
            <ac:spMk id="4" creationId="{86069F4D-5BB5-B9DC-5B33-9730E8617650}"/>
          </ac:spMkLst>
        </pc:spChg>
        <pc:picChg chg="del">
          <ac:chgData name="THISSIANY BEATRIZ ALMEIDA" userId="2dcd9e37-326d-4709-acd7-5ac3ef4a188f" providerId="ADAL" clId="{E4960348-4248-4DC7-910B-7E30EAA075A0}" dt="2024-02-19T19:24:31.851" v="9365" actId="478"/>
          <ac:picMkLst>
            <pc:docMk/>
            <pc:sldMk cId="3387054909" sldId="296"/>
            <ac:picMk id="4098" creationId="{CFD4E85D-EA85-CB9D-1E78-2E88C5754920}"/>
          </ac:picMkLst>
        </pc:picChg>
        <pc:picChg chg="add mod">
          <ac:chgData name="THISSIANY BEATRIZ ALMEIDA" userId="2dcd9e37-326d-4709-acd7-5ac3ef4a188f" providerId="ADAL" clId="{E4960348-4248-4DC7-910B-7E30EAA075A0}" dt="2024-02-19T19:25:04.101" v="9369"/>
          <ac:picMkLst>
            <pc:docMk/>
            <pc:sldMk cId="3387054909" sldId="296"/>
            <ac:picMk id="5122" creationId="{4B919852-58B9-FD0D-17F2-A163BE4C2CBA}"/>
          </ac:picMkLst>
        </pc:picChg>
      </pc:sldChg>
      <pc:sldChg chg="addSp modSp add mod">
        <pc:chgData name="THISSIANY BEATRIZ ALMEIDA" userId="2dcd9e37-326d-4709-acd7-5ac3ef4a188f" providerId="ADAL" clId="{E4960348-4248-4DC7-910B-7E30EAA075A0}" dt="2024-02-19T19:27:37.164" v="9768"/>
        <pc:sldMkLst>
          <pc:docMk/>
          <pc:sldMk cId="269966770" sldId="297"/>
        </pc:sldMkLst>
        <pc:spChg chg="mod">
          <ac:chgData name="THISSIANY BEATRIZ ALMEIDA" userId="2dcd9e37-326d-4709-acd7-5ac3ef4a188f" providerId="ADAL" clId="{E4960348-4248-4DC7-910B-7E30EAA075A0}" dt="2024-02-19T19:27:07.891" v="9763" actId="20577"/>
          <ac:spMkLst>
            <pc:docMk/>
            <pc:sldMk cId="269966770" sldId="297"/>
            <ac:spMk id="3" creationId="{8B30F1FC-4CD8-9BC5-48A9-E06FCE8988E6}"/>
          </ac:spMkLst>
        </pc:spChg>
        <pc:spChg chg="mod">
          <ac:chgData name="THISSIANY BEATRIZ ALMEIDA" userId="2dcd9e37-326d-4709-acd7-5ac3ef4a188f" providerId="ADAL" clId="{E4960348-4248-4DC7-910B-7E30EAA075A0}" dt="2024-02-19T19:26:00.647" v="9384" actId="20577"/>
          <ac:spMkLst>
            <pc:docMk/>
            <pc:sldMk cId="269966770" sldId="297"/>
            <ac:spMk id="4" creationId="{F24F2DE4-4394-ABAE-75F7-8CF12A367536}"/>
          </ac:spMkLst>
        </pc:spChg>
        <pc:picChg chg="add mod">
          <ac:chgData name="THISSIANY BEATRIZ ALMEIDA" userId="2dcd9e37-326d-4709-acd7-5ac3ef4a188f" providerId="ADAL" clId="{E4960348-4248-4DC7-910B-7E30EAA075A0}" dt="2024-02-19T19:27:37.164" v="9768"/>
          <ac:picMkLst>
            <pc:docMk/>
            <pc:sldMk cId="269966770" sldId="297"/>
            <ac:picMk id="6" creationId="{C1413286-E175-C9F4-F51F-A846A3AB880E}"/>
          </ac:picMkLst>
        </pc:picChg>
      </pc:sldChg>
      <pc:sldChg chg="modSp add mod">
        <pc:chgData name="THISSIANY BEATRIZ ALMEIDA" userId="2dcd9e37-326d-4709-acd7-5ac3ef4a188f" providerId="ADAL" clId="{E4960348-4248-4DC7-910B-7E30EAA075A0}" dt="2024-02-19T19:31:46.384" v="10304" actId="20577"/>
        <pc:sldMkLst>
          <pc:docMk/>
          <pc:sldMk cId="2007640157" sldId="298"/>
        </pc:sldMkLst>
        <pc:spChg chg="mod">
          <ac:chgData name="THISSIANY BEATRIZ ALMEIDA" userId="2dcd9e37-326d-4709-acd7-5ac3ef4a188f" providerId="ADAL" clId="{E4960348-4248-4DC7-910B-7E30EAA075A0}" dt="2024-02-19T19:31:46.384" v="10304" actId="20577"/>
          <ac:spMkLst>
            <pc:docMk/>
            <pc:sldMk cId="2007640157" sldId="298"/>
            <ac:spMk id="3" creationId="{B04B3623-EE9C-831B-7FAC-EA7EEE2FCE4E}"/>
          </ac:spMkLst>
        </pc:spChg>
        <pc:spChg chg="mod">
          <ac:chgData name="THISSIANY BEATRIZ ALMEIDA" userId="2dcd9e37-326d-4709-acd7-5ac3ef4a188f" providerId="ADAL" clId="{E4960348-4248-4DC7-910B-7E30EAA075A0}" dt="2024-02-19T19:28:00.233" v="9795" actId="20577"/>
          <ac:spMkLst>
            <pc:docMk/>
            <pc:sldMk cId="2007640157" sldId="298"/>
            <ac:spMk id="4" creationId="{823D9E66-CC8E-8D02-FF17-30E4EE260414}"/>
          </ac:spMkLst>
        </pc:spChg>
      </pc:sldChg>
      <pc:sldChg chg="addSp delSp modSp add mod">
        <pc:chgData name="THISSIANY BEATRIZ ALMEIDA" userId="2dcd9e37-326d-4709-acd7-5ac3ef4a188f" providerId="ADAL" clId="{E4960348-4248-4DC7-910B-7E30EAA075A0}" dt="2024-02-19T19:33:12.551" v="10435"/>
        <pc:sldMkLst>
          <pc:docMk/>
          <pc:sldMk cId="10498652" sldId="299"/>
        </pc:sldMkLst>
        <pc:spChg chg="mod">
          <ac:chgData name="THISSIANY BEATRIZ ALMEIDA" userId="2dcd9e37-326d-4709-acd7-5ac3ef4a188f" providerId="ADAL" clId="{E4960348-4248-4DC7-910B-7E30EAA075A0}" dt="2024-02-19T19:32:40.990" v="10430" actId="20577"/>
          <ac:spMkLst>
            <pc:docMk/>
            <pc:sldMk cId="10498652" sldId="299"/>
            <ac:spMk id="3" creationId="{2BE1F7A4-FA24-A8F2-7E43-ED6039AB47EC}"/>
          </ac:spMkLst>
        </pc:spChg>
        <pc:spChg chg="mod">
          <ac:chgData name="THISSIANY BEATRIZ ALMEIDA" userId="2dcd9e37-326d-4709-acd7-5ac3ef4a188f" providerId="ADAL" clId="{E4960348-4248-4DC7-910B-7E30EAA075A0}" dt="2024-02-19T19:32:12.511" v="10329" actId="20577"/>
          <ac:spMkLst>
            <pc:docMk/>
            <pc:sldMk cId="10498652" sldId="299"/>
            <ac:spMk id="4" creationId="{F7CC094D-8A83-EEE9-7D4E-CAE45AB4F909}"/>
          </ac:spMkLst>
        </pc:spChg>
        <pc:picChg chg="del">
          <ac:chgData name="THISSIANY BEATRIZ ALMEIDA" userId="2dcd9e37-326d-4709-acd7-5ac3ef4a188f" providerId="ADAL" clId="{E4960348-4248-4DC7-910B-7E30EAA075A0}" dt="2024-02-19T19:32:44.693" v="10431" actId="478"/>
          <ac:picMkLst>
            <pc:docMk/>
            <pc:sldMk cId="10498652" sldId="299"/>
            <ac:picMk id="5122" creationId="{8EB6667C-BA8C-0C04-4247-02A888BD3E96}"/>
          </ac:picMkLst>
        </pc:picChg>
        <pc:picChg chg="add mod">
          <ac:chgData name="THISSIANY BEATRIZ ALMEIDA" userId="2dcd9e37-326d-4709-acd7-5ac3ef4a188f" providerId="ADAL" clId="{E4960348-4248-4DC7-910B-7E30EAA075A0}" dt="2024-02-19T19:33:12.551" v="10435"/>
          <ac:picMkLst>
            <pc:docMk/>
            <pc:sldMk cId="10498652" sldId="299"/>
            <ac:picMk id="6146" creationId="{39173F6E-B5E8-A8F4-7CF7-74E5DAA0A40B}"/>
          </ac:picMkLst>
        </pc:picChg>
      </pc:sldChg>
      <pc:sldChg chg="add del">
        <pc:chgData name="THISSIANY BEATRIZ ALMEIDA" userId="2dcd9e37-326d-4709-acd7-5ac3ef4a188f" providerId="ADAL" clId="{E4960348-4248-4DC7-910B-7E30EAA075A0}" dt="2024-02-19T19:32:01.749" v="10306" actId="47"/>
        <pc:sldMkLst>
          <pc:docMk/>
          <pc:sldMk cId="107937580" sldId="299"/>
        </pc:sldMkLst>
      </pc:sldChg>
      <pc:sldChg chg="modSp add mod">
        <pc:chgData name="THISSIANY BEATRIZ ALMEIDA" userId="2dcd9e37-326d-4709-acd7-5ac3ef4a188f" providerId="ADAL" clId="{E4960348-4248-4DC7-910B-7E30EAA075A0}" dt="2024-02-19T19:35:52.008" v="11257" actId="20577"/>
        <pc:sldMkLst>
          <pc:docMk/>
          <pc:sldMk cId="2695939141" sldId="300"/>
        </pc:sldMkLst>
        <pc:spChg chg="mod">
          <ac:chgData name="THISSIANY BEATRIZ ALMEIDA" userId="2dcd9e37-326d-4709-acd7-5ac3ef4a188f" providerId="ADAL" clId="{E4960348-4248-4DC7-910B-7E30EAA075A0}" dt="2024-02-19T19:35:52.008" v="11257" actId="20577"/>
          <ac:spMkLst>
            <pc:docMk/>
            <pc:sldMk cId="2695939141" sldId="300"/>
            <ac:spMk id="3" creationId="{C6DBD441-67EC-848A-9947-CAC030B58592}"/>
          </ac:spMkLst>
        </pc:spChg>
        <pc:spChg chg="mod">
          <ac:chgData name="THISSIANY BEATRIZ ALMEIDA" userId="2dcd9e37-326d-4709-acd7-5ac3ef4a188f" providerId="ADAL" clId="{E4960348-4248-4DC7-910B-7E30EAA075A0}" dt="2024-02-19T19:33:25.701" v="10440" actId="20577"/>
          <ac:spMkLst>
            <pc:docMk/>
            <pc:sldMk cId="2695939141" sldId="300"/>
            <ac:spMk id="4" creationId="{E91AA785-F7C7-0C72-A934-0973D2E1FFDC}"/>
          </ac:spMkLst>
        </pc:spChg>
      </pc:sldChg>
      <pc:sldChg chg="addSp delSp modSp add mod">
        <pc:chgData name="THISSIANY BEATRIZ ALMEIDA" userId="2dcd9e37-326d-4709-acd7-5ac3ef4a188f" providerId="ADAL" clId="{E4960348-4248-4DC7-910B-7E30EAA075A0}" dt="2024-02-19T19:36:58.314" v="11285"/>
        <pc:sldMkLst>
          <pc:docMk/>
          <pc:sldMk cId="954342263" sldId="301"/>
        </pc:sldMkLst>
        <pc:spChg chg="mod">
          <ac:chgData name="THISSIANY BEATRIZ ALMEIDA" userId="2dcd9e37-326d-4709-acd7-5ac3ef4a188f" providerId="ADAL" clId="{E4960348-4248-4DC7-910B-7E30EAA075A0}" dt="2024-02-19T19:36:27.328" v="11280" actId="20577"/>
          <ac:spMkLst>
            <pc:docMk/>
            <pc:sldMk cId="954342263" sldId="301"/>
            <ac:spMk id="3" creationId="{DEA62073-FC21-8570-B10D-2F8D3E92CBD1}"/>
          </ac:spMkLst>
        </pc:spChg>
        <pc:spChg chg="mod">
          <ac:chgData name="THISSIANY BEATRIZ ALMEIDA" userId="2dcd9e37-326d-4709-acd7-5ac3ef4a188f" providerId="ADAL" clId="{E4960348-4248-4DC7-910B-7E30EAA075A0}" dt="2024-02-19T19:36:02.928" v="11260" actId="20577"/>
          <ac:spMkLst>
            <pc:docMk/>
            <pc:sldMk cId="954342263" sldId="301"/>
            <ac:spMk id="4" creationId="{B5B2465C-1807-19CD-9A83-8F153C3BCF83}"/>
          </ac:spMkLst>
        </pc:spChg>
        <pc:picChg chg="del">
          <ac:chgData name="THISSIANY BEATRIZ ALMEIDA" userId="2dcd9e37-326d-4709-acd7-5ac3ef4a188f" providerId="ADAL" clId="{E4960348-4248-4DC7-910B-7E30EAA075A0}" dt="2024-02-19T19:36:35.780" v="11281" actId="478"/>
          <ac:picMkLst>
            <pc:docMk/>
            <pc:sldMk cId="954342263" sldId="301"/>
            <ac:picMk id="6146" creationId="{95759632-46DB-65D8-2C97-D6A365F4CF7D}"/>
          </ac:picMkLst>
        </pc:picChg>
        <pc:picChg chg="add mod">
          <ac:chgData name="THISSIANY BEATRIZ ALMEIDA" userId="2dcd9e37-326d-4709-acd7-5ac3ef4a188f" providerId="ADAL" clId="{E4960348-4248-4DC7-910B-7E30EAA075A0}" dt="2024-02-19T19:36:58.314" v="11285"/>
          <ac:picMkLst>
            <pc:docMk/>
            <pc:sldMk cId="954342263" sldId="301"/>
            <ac:picMk id="7170" creationId="{C8819511-D3AE-363A-A115-E03C70A2AF57}"/>
          </ac:picMkLst>
        </pc:picChg>
      </pc:sldChg>
      <pc:sldChg chg="addSp delSp modSp add mod">
        <pc:chgData name="THISSIANY BEATRIZ ALMEIDA" userId="2dcd9e37-326d-4709-acd7-5ac3ef4a188f" providerId="ADAL" clId="{E4960348-4248-4DC7-910B-7E30EAA075A0}" dt="2024-02-19T19:38:26.817" v="11356"/>
        <pc:sldMkLst>
          <pc:docMk/>
          <pc:sldMk cId="486994953" sldId="302"/>
        </pc:sldMkLst>
        <pc:spChg chg="del">
          <ac:chgData name="THISSIANY BEATRIZ ALMEIDA" userId="2dcd9e37-326d-4709-acd7-5ac3ef4a188f" providerId="ADAL" clId="{E4960348-4248-4DC7-910B-7E30EAA075A0}" dt="2024-02-19T19:37:57.125" v="11351" actId="478"/>
          <ac:spMkLst>
            <pc:docMk/>
            <pc:sldMk cId="486994953" sldId="302"/>
            <ac:spMk id="3" creationId="{3AEAC15C-D75A-04F6-615B-586C9E819150}"/>
          </ac:spMkLst>
        </pc:spChg>
        <pc:spChg chg="mod">
          <ac:chgData name="THISSIANY BEATRIZ ALMEIDA" userId="2dcd9e37-326d-4709-acd7-5ac3ef4a188f" providerId="ADAL" clId="{E4960348-4248-4DC7-910B-7E30EAA075A0}" dt="2024-02-19T19:37:49.876" v="11350" actId="20577"/>
          <ac:spMkLst>
            <pc:docMk/>
            <pc:sldMk cId="486994953" sldId="302"/>
            <ac:spMk id="4" creationId="{7565AA93-E81A-5BDE-5DAD-9966C55C2FA4}"/>
          </ac:spMkLst>
        </pc:spChg>
        <pc:spChg chg="add del mod">
          <ac:chgData name="THISSIANY BEATRIZ ALMEIDA" userId="2dcd9e37-326d-4709-acd7-5ac3ef4a188f" providerId="ADAL" clId="{E4960348-4248-4DC7-910B-7E30EAA075A0}" dt="2024-02-19T19:37:59.827" v="11352" actId="478"/>
          <ac:spMkLst>
            <pc:docMk/>
            <pc:sldMk cId="486994953" sldId="302"/>
            <ac:spMk id="6" creationId="{C6A19195-BAD2-2834-21A5-F4EA119D159C}"/>
          </ac:spMkLst>
        </pc:spChg>
        <pc:picChg chg="add mod">
          <ac:chgData name="THISSIANY BEATRIZ ALMEIDA" userId="2dcd9e37-326d-4709-acd7-5ac3ef4a188f" providerId="ADAL" clId="{E4960348-4248-4DC7-910B-7E30EAA075A0}" dt="2024-02-19T19:38:26.817" v="11356"/>
          <ac:picMkLst>
            <pc:docMk/>
            <pc:sldMk cId="486994953" sldId="302"/>
            <ac:picMk id="8" creationId="{EC659ECD-987E-8676-6881-8725CFC03602}"/>
          </ac:picMkLst>
        </pc:picChg>
      </pc:sldChg>
      <pc:sldChg chg="delSp modSp add mod">
        <pc:chgData name="THISSIANY BEATRIZ ALMEIDA" userId="2dcd9e37-326d-4709-acd7-5ac3ef4a188f" providerId="ADAL" clId="{E4960348-4248-4DC7-910B-7E30EAA075A0}" dt="2024-02-19T19:40:46.097" v="11675" actId="20577"/>
        <pc:sldMkLst>
          <pc:docMk/>
          <pc:sldMk cId="3594225769" sldId="303"/>
        </pc:sldMkLst>
        <pc:spChg chg="mod">
          <ac:chgData name="THISSIANY BEATRIZ ALMEIDA" userId="2dcd9e37-326d-4709-acd7-5ac3ef4a188f" providerId="ADAL" clId="{E4960348-4248-4DC7-910B-7E30EAA075A0}" dt="2024-02-19T19:40:46.097" v="11675" actId="20577"/>
          <ac:spMkLst>
            <pc:docMk/>
            <pc:sldMk cId="3594225769" sldId="303"/>
            <ac:spMk id="3" creationId="{59D1794F-05F7-494B-1CDB-716F1A99A04D}"/>
          </ac:spMkLst>
        </pc:spChg>
        <pc:spChg chg="mod">
          <ac:chgData name="THISSIANY BEATRIZ ALMEIDA" userId="2dcd9e37-326d-4709-acd7-5ac3ef4a188f" providerId="ADAL" clId="{E4960348-4248-4DC7-910B-7E30EAA075A0}" dt="2024-02-19T19:39:40.783" v="11397" actId="20577"/>
          <ac:spMkLst>
            <pc:docMk/>
            <pc:sldMk cId="3594225769" sldId="303"/>
            <ac:spMk id="4" creationId="{D4DBF87E-7B84-141D-EEE4-9A7AA747AA4D}"/>
          </ac:spMkLst>
        </pc:spChg>
        <pc:picChg chg="del">
          <ac:chgData name="THISSIANY BEATRIZ ALMEIDA" userId="2dcd9e37-326d-4709-acd7-5ac3ef4a188f" providerId="ADAL" clId="{E4960348-4248-4DC7-910B-7E30EAA075A0}" dt="2024-02-19T19:39:29.552" v="11358" actId="478"/>
          <ac:picMkLst>
            <pc:docMk/>
            <pc:sldMk cId="3594225769" sldId="303"/>
            <ac:picMk id="7170" creationId="{51AE4634-D8A4-3205-0857-50989084CB9C}"/>
          </ac:picMkLst>
        </pc:picChg>
      </pc:sldChg>
      <pc:sldChg chg="addSp modSp add mod">
        <pc:chgData name="THISSIANY BEATRIZ ALMEIDA" userId="2dcd9e37-326d-4709-acd7-5ac3ef4a188f" providerId="ADAL" clId="{E4960348-4248-4DC7-910B-7E30EAA075A0}" dt="2024-02-19T19:43:17.317" v="12082"/>
        <pc:sldMkLst>
          <pc:docMk/>
          <pc:sldMk cId="280131833" sldId="304"/>
        </pc:sldMkLst>
        <pc:spChg chg="mod">
          <ac:chgData name="THISSIANY BEATRIZ ALMEIDA" userId="2dcd9e37-326d-4709-acd7-5ac3ef4a188f" providerId="ADAL" clId="{E4960348-4248-4DC7-910B-7E30EAA075A0}" dt="2024-02-19T19:42:49.656" v="12078" actId="33524"/>
          <ac:spMkLst>
            <pc:docMk/>
            <pc:sldMk cId="280131833" sldId="304"/>
            <ac:spMk id="3" creationId="{BC915084-720F-CDD4-6986-B34143D056DD}"/>
          </ac:spMkLst>
        </pc:spChg>
        <pc:spChg chg="mod">
          <ac:chgData name="THISSIANY BEATRIZ ALMEIDA" userId="2dcd9e37-326d-4709-acd7-5ac3ef4a188f" providerId="ADAL" clId="{E4960348-4248-4DC7-910B-7E30EAA075A0}" dt="2024-02-19T19:41:42.780" v="11708" actId="20577"/>
          <ac:spMkLst>
            <pc:docMk/>
            <pc:sldMk cId="280131833" sldId="304"/>
            <ac:spMk id="4" creationId="{03D384E8-DFDB-C875-F530-932071A0A3A3}"/>
          </ac:spMkLst>
        </pc:spChg>
        <pc:picChg chg="add mod">
          <ac:chgData name="THISSIANY BEATRIZ ALMEIDA" userId="2dcd9e37-326d-4709-acd7-5ac3ef4a188f" providerId="ADAL" clId="{E4960348-4248-4DC7-910B-7E30EAA075A0}" dt="2024-02-19T19:43:17.317" v="12082"/>
          <ac:picMkLst>
            <pc:docMk/>
            <pc:sldMk cId="280131833" sldId="304"/>
            <ac:picMk id="6" creationId="{D82B607C-775E-3997-F4AE-FE9C61C4639D}"/>
          </ac:picMkLst>
        </pc:picChg>
      </pc:sldChg>
      <pc:sldChg chg="addSp delSp modSp add mod">
        <pc:chgData name="THISSIANY BEATRIZ ALMEIDA" userId="2dcd9e37-326d-4709-acd7-5ac3ef4a188f" providerId="ADAL" clId="{E4960348-4248-4DC7-910B-7E30EAA075A0}" dt="2024-02-19T19:44:49.957" v="12405"/>
        <pc:sldMkLst>
          <pc:docMk/>
          <pc:sldMk cId="3593042432" sldId="305"/>
        </pc:sldMkLst>
        <pc:spChg chg="mod">
          <ac:chgData name="THISSIANY BEATRIZ ALMEIDA" userId="2dcd9e37-326d-4709-acd7-5ac3ef4a188f" providerId="ADAL" clId="{E4960348-4248-4DC7-910B-7E30EAA075A0}" dt="2024-02-19T19:44:26.327" v="12400" actId="20577"/>
          <ac:spMkLst>
            <pc:docMk/>
            <pc:sldMk cId="3593042432" sldId="305"/>
            <ac:spMk id="3" creationId="{9ADC5B30-FFAB-4473-2115-F43DB54CCBB2}"/>
          </ac:spMkLst>
        </pc:spChg>
        <pc:spChg chg="mod">
          <ac:chgData name="THISSIANY BEATRIZ ALMEIDA" userId="2dcd9e37-326d-4709-acd7-5ac3ef4a188f" providerId="ADAL" clId="{E4960348-4248-4DC7-910B-7E30EAA075A0}" dt="2024-02-19T19:43:43.352" v="12114" actId="20577"/>
          <ac:spMkLst>
            <pc:docMk/>
            <pc:sldMk cId="3593042432" sldId="305"/>
            <ac:spMk id="4" creationId="{5128C98F-91D0-E4BD-6EDC-5F7C98431C3C}"/>
          </ac:spMkLst>
        </pc:spChg>
        <pc:picChg chg="del">
          <ac:chgData name="THISSIANY BEATRIZ ALMEIDA" userId="2dcd9e37-326d-4709-acd7-5ac3ef4a188f" providerId="ADAL" clId="{E4960348-4248-4DC7-910B-7E30EAA075A0}" dt="2024-02-19T19:44:28.483" v="12401" actId="478"/>
          <ac:picMkLst>
            <pc:docMk/>
            <pc:sldMk cId="3593042432" sldId="305"/>
            <ac:picMk id="6" creationId="{A52C282B-E138-78C9-3B81-31D1F96324F8}"/>
          </ac:picMkLst>
        </pc:picChg>
        <pc:picChg chg="add mod">
          <ac:chgData name="THISSIANY BEATRIZ ALMEIDA" userId="2dcd9e37-326d-4709-acd7-5ac3ef4a188f" providerId="ADAL" clId="{E4960348-4248-4DC7-910B-7E30EAA075A0}" dt="2024-02-19T19:44:49.957" v="12405"/>
          <ac:picMkLst>
            <pc:docMk/>
            <pc:sldMk cId="3593042432" sldId="305"/>
            <ac:picMk id="7" creationId="{0614977C-6E7E-7005-4FC3-F126DFC638F4}"/>
          </ac:picMkLst>
        </pc:picChg>
      </pc:sldChg>
      <pc:sldChg chg="delSp modSp add mod">
        <pc:chgData name="THISSIANY BEATRIZ ALMEIDA" userId="2dcd9e37-326d-4709-acd7-5ac3ef4a188f" providerId="ADAL" clId="{E4960348-4248-4DC7-910B-7E30EAA075A0}" dt="2024-02-19T19:47:35.931" v="12868" actId="20577"/>
        <pc:sldMkLst>
          <pc:docMk/>
          <pc:sldMk cId="2826089997" sldId="306"/>
        </pc:sldMkLst>
        <pc:spChg chg="mod">
          <ac:chgData name="THISSIANY BEATRIZ ALMEIDA" userId="2dcd9e37-326d-4709-acd7-5ac3ef4a188f" providerId="ADAL" clId="{E4960348-4248-4DC7-910B-7E30EAA075A0}" dt="2024-02-19T19:47:35.931" v="12868" actId="20577"/>
          <ac:spMkLst>
            <pc:docMk/>
            <pc:sldMk cId="2826089997" sldId="306"/>
            <ac:spMk id="3" creationId="{E419FD51-B7C5-E1E5-1F98-0FA7A9C10831}"/>
          </ac:spMkLst>
        </pc:spChg>
        <pc:spChg chg="mod">
          <ac:chgData name="THISSIANY BEATRIZ ALMEIDA" userId="2dcd9e37-326d-4709-acd7-5ac3ef4a188f" providerId="ADAL" clId="{E4960348-4248-4DC7-910B-7E30EAA075A0}" dt="2024-02-19T19:45:53.483" v="12437" actId="20577"/>
          <ac:spMkLst>
            <pc:docMk/>
            <pc:sldMk cId="2826089997" sldId="306"/>
            <ac:spMk id="4" creationId="{8320B7B2-C284-DE68-4EB4-035C9924E36D}"/>
          </ac:spMkLst>
        </pc:spChg>
        <pc:picChg chg="del">
          <ac:chgData name="THISSIANY BEATRIZ ALMEIDA" userId="2dcd9e37-326d-4709-acd7-5ac3ef4a188f" providerId="ADAL" clId="{E4960348-4248-4DC7-910B-7E30EAA075A0}" dt="2024-02-19T19:45:55.857" v="12438" actId="478"/>
          <ac:picMkLst>
            <pc:docMk/>
            <pc:sldMk cId="2826089997" sldId="306"/>
            <ac:picMk id="7" creationId="{7CE3B471-1CED-2A7B-BCDF-CEBD05AC7A6B}"/>
          </ac:picMkLst>
        </pc:picChg>
      </pc:sldChg>
      <pc:sldChg chg="modSp add mod">
        <pc:chgData name="THISSIANY BEATRIZ ALMEIDA" userId="2dcd9e37-326d-4709-acd7-5ac3ef4a188f" providerId="ADAL" clId="{E4960348-4248-4DC7-910B-7E30EAA075A0}" dt="2024-02-19T19:49:08.969" v="13070" actId="20577"/>
        <pc:sldMkLst>
          <pc:docMk/>
          <pc:sldMk cId="4059025681" sldId="307"/>
        </pc:sldMkLst>
        <pc:spChg chg="mod">
          <ac:chgData name="THISSIANY BEATRIZ ALMEIDA" userId="2dcd9e37-326d-4709-acd7-5ac3ef4a188f" providerId="ADAL" clId="{E4960348-4248-4DC7-910B-7E30EAA075A0}" dt="2024-02-19T19:49:08.969" v="13070" actId="20577"/>
          <ac:spMkLst>
            <pc:docMk/>
            <pc:sldMk cId="4059025681" sldId="307"/>
            <ac:spMk id="3" creationId="{F7698C2D-6D34-7EB6-EE7B-B0EE61AA84D1}"/>
          </ac:spMkLst>
        </pc:spChg>
      </pc:sldChg>
      <pc:sldChg chg="modSp add mod">
        <pc:chgData name="THISSIANY BEATRIZ ALMEIDA" userId="2dcd9e37-326d-4709-acd7-5ac3ef4a188f" providerId="ADAL" clId="{E4960348-4248-4DC7-910B-7E30EAA075A0}" dt="2024-02-19T19:52:11.588" v="13341" actId="20577"/>
        <pc:sldMkLst>
          <pc:docMk/>
          <pc:sldMk cId="4146898723" sldId="308"/>
        </pc:sldMkLst>
        <pc:spChg chg="mod">
          <ac:chgData name="THISSIANY BEATRIZ ALMEIDA" userId="2dcd9e37-326d-4709-acd7-5ac3ef4a188f" providerId="ADAL" clId="{E4960348-4248-4DC7-910B-7E30EAA075A0}" dt="2024-02-19T19:52:11.588" v="13341" actId="20577"/>
          <ac:spMkLst>
            <pc:docMk/>
            <pc:sldMk cId="4146898723" sldId="308"/>
            <ac:spMk id="3" creationId="{6A5FCCC9-C7BB-F63E-E7E7-224D744DD6C8}"/>
          </ac:spMkLst>
        </pc:spChg>
      </pc:sldChg>
      <pc:sldChg chg="modSp add mod">
        <pc:chgData name="THISSIANY BEATRIZ ALMEIDA" userId="2dcd9e37-326d-4709-acd7-5ac3ef4a188f" providerId="ADAL" clId="{E4960348-4248-4DC7-910B-7E30EAA075A0}" dt="2024-02-19T19:53:43.318" v="13697" actId="20577"/>
        <pc:sldMkLst>
          <pc:docMk/>
          <pc:sldMk cId="146893720" sldId="309"/>
        </pc:sldMkLst>
        <pc:spChg chg="mod">
          <ac:chgData name="THISSIANY BEATRIZ ALMEIDA" userId="2dcd9e37-326d-4709-acd7-5ac3ef4a188f" providerId="ADAL" clId="{E4960348-4248-4DC7-910B-7E30EAA075A0}" dt="2024-02-19T19:53:43.318" v="13697" actId="20577"/>
          <ac:spMkLst>
            <pc:docMk/>
            <pc:sldMk cId="146893720" sldId="309"/>
            <ac:spMk id="3" creationId="{8BC22059-DCC1-61D9-F61E-C01C8E5E6E54}"/>
          </ac:spMkLst>
        </pc:spChg>
      </pc:sldChg>
      <pc:sldChg chg="addSp modSp add mod">
        <pc:chgData name="THISSIANY BEATRIZ ALMEIDA" userId="2dcd9e37-326d-4709-acd7-5ac3ef4a188f" providerId="ADAL" clId="{E4960348-4248-4DC7-910B-7E30EAA075A0}" dt="2024-02-19T19:55:36.623" v="14018" actId="1076"/>
        <pc:sldMkLst>
          <pc:docMk/>
          <pc:sldMk cId="54212182" sldId="310"/>
        </pc:sldMkLst>
        <pc:spChg chg="mod">
          <ac:chgData name="THISSIANY BEATRIZ ALMEIDA" userId="2dcd9e37-326d-4709-acd7-5ac3ef4a188f" providerId="ADAL" clId="{E4960348-4248-4DC7-910B-7E30EAA075A0}" dt="2024-02-19T19:55:09.277" v="14016" actId="20577"/>
          <ac:spMkLst>
            <pc:docMk/>
            <pc:sldMk cId="54212182" sldId="310"/>
            <ac:spMk id="3" creationId="{11170CA6-FDE6-7B70-43FF-A5180CA82AC0}"/>
          </ac:spMkLst>
        </pc:spChg>
        <pc:spChg chg="mod">
          <ac:chgData name="THISSIANY BEATRIZ ALMEIDA" userId="2dcd9e37-326d-4709-acd7-5ac3ef4a188f" providerId="ADAL" clId="{E4960348-4248-4DC7-910B-7E30EAA075A0}" dt="2024-02-19T19:54:52.921" v="13958" actId="20577"/>
          <ac:spMkLst>
            <pc:docMk/>
            <pc:sldMk cId="54212182" sldId="310"/>
            <ac:spMk id="4" creationId="{64D15AAA-FF54-7641-AC9B-E1B31AAC3630}"/>
          </ac:spMkLst>
        </pc:spChg>
        <pc:picChg chg="add mod">
          <ac:chgData name="THISSIANY BEATRIZ ALMEIDA" userId="2dcd9e37-326d-4709-acd7-5ac3ef4a188f" providerId="ADAL" clId="{E4960348-4248-4DC7-910B-7E30EAA075A0}" dt="2024-02-19T19:55:36.623" v="14018" actId="1076"/>
          <ac:picMkLst>
            <pc:docMk/>
            <pc:sldMk cId="54212182" sldId="310"/>
            <ac:picMk id="6" creationId="{CB700171-27EC-764B-EE17-0177B328EB72}"/>
          </ac:picMkLst>
        </pc:picChg>
      </pc:sldChg>
      <pc:sldChg chg="delSp modSp add mod">
        <pc:chgData name="THISSIANY BEATRIZ ALMEIDA" userId="2dcd9e37-326d-4709-acd7-5ac3ef4a188f" providerId="ADAL" clId="{E4960348-4248-4DC7-910B-7E30EAA075A0}" dt="2024-02-19T20:01:28.757" v="14603" actId="20577"/>
        <pc:sldMkLst>
          <pc:docMk/>
          <pc:sldMk cId="1859877041" sldId="311"/>
        </pc:sldMkLst>
        <pc:spChg chg="mod">
          <ac:chgData name="THISSIANY BEATRIZ ALMEIDA" userId="2dcd9e37-326d-4709-acd7-5ac3ef4a188f" providerId="ADAL" clId="{E4960348-4248-4DC7-910B-7E30EAA075A0}" dt="2024-02-19T20:01:28.757" v="14603" actId="20577"/>
          <ac:spMkLst>
            <pc:docMk/>
            <pc:sldMk cId="1859877041" sldId="311"/>
            <ac:spMk id="3" creationId="{487B476B-1B8E-4A77-F101-3488D4550F08}"/>
          </ac:spMkLst>
        </pc:spChg>
        <pc:spChg chg="mod">
          <ac:chgData name="THISSIANY BEATRIZ ALMEIDA" userId="2dcd9e37-326d-4709-acd7-5ac3ef4a188f" providerId="ADAL" clId="{E4960348-4248-4DC7-910B-7E30EAA075A0}" dt="2024-02-19T19:56:37.669" v="14021" actId="20577"/>
          <ac:spMkLst>
            <pc:docMk/>
            <pc:sldMk cId="1859877041" sldId="311"/>
            <ac:spMk id="4" creationId="{D599F62A-FB26-75EC-7EEF-D13DC8F4CFEC}"/>
          </ac:spMkLst>
        </pc:spChg>
        <pc:picChg chg="del">
          <ac:chgData name="THISSIANY BEATRIZ ALMEIDA" userId="2dcd9e37-326d-4709-acd7-5ac3ef4a188f" providerId="ADAL" clId="{E4960348-4248-4DC7-910B-7E30EAA075A0}" dt="2024-02-19T19:56:39.715" v="14022" actId="478"/>
          <ac:picMkLst>
            <pc:docMk/>
            <pc:sldMk cId="1859877041" sldId="311"/>
            <ac:picMk id="6" creationId="{7D5E04EE-DF16-4CD7-D8E2-70360757E1F1}"/>
          </ac:picMkLst>
        </pc:picChg>
      </pc:sldChg>
      <pc:sldChg chg="modSp add mod">
        <pc:chgData name="THISSIANY BEATRIZ ALMEIDA" userId="2dcd9e37-326d-4709-acd7-5ac3ef4a188f" providerId="ADAL" clId="{E4960348-4248-4DC7-910B-7E30EAA075A0}" dt="2024-02-19T20:06:50.608" v="16086" actId="20577"/>
        <pc:sldMkLst>
          <pc:docMk/>
          <pc:sldMk cId="2318665042" sldId="312"/>
        </pc:sldMkLst>
        <pc:spChg chg="mod">
          <ac:chgData name="THISSIANY BEATRIZ ALMEIDA" userId="2dcd9e37-326d-4709-acd7-5ac3ef4a188f" providerId="ADAL" clId="{E4960348-4248-4DC7-910B-7E30EAA075A0}" dt="2024-02-19T20:03:06.922" v="15312" actId="20577"/>
          <ac:spMkLst>
            <pc:docMk/>
            <pc:sldMk cId="2318665042" sldId="312"/>
            <ac:spMk id="3" creationId="{A5E3071F-A8A3-5567-E39C-7C7B36A0D4E3}"/>
          </ac:spMkLst>
        </pc:spChg>
        <pc:spChg chg="mod">
          <ac:chgData name="THISSIANY BEATRIZ ALMEIDA" userId="2dcd9e37-326d-4709-acd7-5ac3ef4a188f" providerId="ADAL" clId="{E4960348-4248-4DC7-910B-7E30EAA075A0}" dt="2024-02-19T20:06:50.608" v="16086" actId="20577"/>
          <ac:spMkLst>
            <pc:docMk/>
            <pc:sldMk cId="2318665042" sldId="312"/>
            <ac:spMk id="4" creationId="{D0AE0D81-C07C-8343-33C9-DC50FBA28A94}"/>
          </ac:spMkLst>
        </pc:spChg>
      </pc:sldChg>
      <pc:sldChg chg="addSp modSp add mod">
        <pc:chgData name="THISSIANY BEATRIZ ALMEIDA" userId="2dcd9e37-326d-4709-acd7-5ac3ef4a188f" providerId="ADAL" clId="{E4960348-4248-4DC7-910B-7E30EAA075A0}" dt="2024-02-19T20:05:41.645" v="15830"/>
        <pc:sldMkLst>
          <pc:docMk/>
          <pc:sldMk cId="3633604996" sldId="313"/>
        </pc:sldMkLst>
        <pc:spChg chg="mod">
          <ac:chgData name="THISSIANY BEATRIZ ALMEIDA" userId="2dcd9e37-326d-4709-acd7-5ac3ef4a188f" providerId="ADAL" clId="{E4960348-4248-4DC7-910B-7E30EAA075A0}" dt="2024-02-19T20:05:15.858" v="15826" actId="20577"/>
          <ac:spMkLst>
            <pc:docMk/>
            <pc:sldMk cId="3633604996" sldId="313"/>
            <ac:spMk id="3" creationId="{188C1FB7-C753-6FD0-2F56-3FD4CF4024AA}"/>
          </ac:spMkLst>
        </pc:spChg>
        <pc:spChg chg="mod">
          <ac:chgData name="THISSIANY BEATRIZ ALMEIDA" userId="2dcd9e37-326d-4709-acd7-5ac3ef4a188f" providerId="ADAL" clId="{E4960348-4248-4DC7-910B-7E30EAA075A0}" dt="2024-02-19T20:04:18.742" v="15315" actId="20577"/>
          <ac:spMkLst>
            <pc:docMk/>
            <pc:sldMk cId="3633604996" sldId="313"/>
            <ac:spMk id="4" creationId="{3C245167-D26E-9762-48FA-8658B5F4D9D3}"/>
          </ac:spMkLst>
        </pc:spChg>
        <pc:picChg chg="add mod">
          <ac:chgData name="THISSIANY BEATRIZ ALMEIDA" userId="2dcd9e37-326d-4709-acd7-5ac3ef4a188f" providerId="ADAL" clId="{E4960348-4248-4DC7-910B-7E30EAA075A0}" dt="2024-02-19T20:05:41.645" v="15830"/>
          <ac:picMkLst>
            <pc:docMk/>
            <pc:sldMk cId="3633604996" sldId="313"/>
            <ac:picMk id="6" creationId="{77304739-C56E-54BC-A07B-C1E493F115ED}"/>
          </ac:picMkLst>
        </pc:picChg>
      </pc:sldChg>
      <pc:sldChg chg="delSp modSp add mod">
        <pc:chgData name="THISSIANY BEATRIZ ALMEIDA" userId="2dcd9e37-326d-4709-acd7-5ac3ef4a188f" providerId="ADAL" clId="{E4960348-4248-4DC7-910B-7E30EAA075A0}" dt="2024-02-19T20:06:59.326" v="16100" actId="20577"/>
        <pc:sldMkLst>
          <pc:docMk/>
          <pc:sldMk cId="715603729" sldId="314"/>
        </pc:sldMkLst>
        <pc:spChg chg="mod">
          <ac:chgData name="THISSIANY BEATRIZ ALMEIDA" userId="2dcd9e37-326d-4709-acd7-5ac3ef4a188f" providerId="ADAL" clId="{E4960348-4248-4DC7-910B-7E30EAA075A0}" dt="2024-02-19T20:06:37.741" v="16072" actId="27636"/>
          <ac:spMkLst>
            <pc:docMk/>
            <pc:sldMk cId="715603729" sldId="314"/>
            <ac:spMk id="3" creationId="{C27E7095-CD61-BD99-6D2B-A6B9A9BA8CD1}"/>
          </ac:spMkLst>
        </pc:spChg>
        <pc:spChg chg="mod">
          <ac:chgData name="THISSIANY BEATRIZ ALMEIDA" userId="2dcd9e37-326d-4709-acd7-5ac3ef4a188f" providerId="ADAL" clId="{E4960348-4248-4DC7-910B-7E30EAA075A0}" dt="2024-02-19T20:06:59.326" v="16100" actId="20577"/>
          <ac:spMkLst>
            <pc:docMk/>
            <pc:sldMk cId="715603729" sldId="314"/>
            <ac:spMk id="4" creationId="{9982413C-ECEE-0AD3-D422-7E1629C5E18A}"/>
          </ac:spMkLst>
        </pc:spChg>
        <pc:picChg chg="del">
          <ac:chgData name="THISSIANY BEATRIZ ALMEIDA" userId="2dcd9e37-326d-4709-acd7-5ac3ef4a188f" providerId="ADAL" clId="{E4960348-4248-4DC7-910B-7E30EAA075A0}" dt="2024-02-19T20:05:52.125" v="15832" actId="478"/>
          <ac:picMkLst>
            <pc:docMk/>
            <pc:sldMk cId="715603729" sldId="314"/>
            <ac:picMk id="6" creationId="{AE861928-25F0-069E-5E38-3B6D1CCB472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941BA-FAF3-75A2-0A70-459E68930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A5AA21-0719-BD1D-3B1F-46E8F38D4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71E422-4AF0-8A5C-FD42-CB6F4A60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B95F4C-ACBC-5908-7A7B-9AC975B3D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0AE688-9CCE-75B5-064B-9EFA735C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921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806B3-60A4-CC4E-39D2-4183517E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54BF77-0754-6E80-8F02-EA95ED923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0ABB52-CCEB-11D2-EC27-AEBE4325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8A18D9-79D9-CDC0-9E6E-6AC38146C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27E4C9-2766-5B38-1233-C93BEB09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994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17C8B-3C3A-DCBE-5785-6D214340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D3577B-8F19-BBBE-3A8D-68F7AB39C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7E94AC-EC51-83D9-5018-04F4163E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A39F91-7BD2-46EB-A8BF-7AEB43F6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4BD9F8-4C8E-2B7D-C112-832C9A24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347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6C305-4B35-C98D-FCF9-8E84CC69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99854C-45E7-C433-5404-75749C455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DAE230-6E0C-99D9-3DAC-06A53BF69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62D294-D9D7-9ADF-173C-AAD48D1D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D082D9-824E-A033-26EF-FE18144D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4C154B-2C17-001B-95E5-D692646B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88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CB7E3-1058-72C6-7D97-E4A45B77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52D8B7-408B-DC41-0DB6-37B574911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8D4937-26D1-D384-8A87-CCAAEC159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31718CE-1936-A96F-085F-24B79608F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9E25B24-2411-C3F5-ECB7-B5977BF4F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93441A-CDCE-7929-7278-608E5CA22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2051192-2384-1656-2077-E0A33017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017EF2D-31B0-6E89-6B4E-C705B8AB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38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BA452-EA46-F926-6636-186E49A9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DAF1ED-10F1-116B-5B2A-DBF1A5881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A75DCEE-F25D-4634-F916-DD85719E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709F31-38F3-BADF-642E-CADBBC9E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459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B6A90F2-3B0C-D90E-3786-D5B785E7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DB73635-F7AC-2C87-5718-15F12195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4BF334-A516-6D56-3DE4-466C9A464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4299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6A337-BE05-BCAD-FC9F-71C756D6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22149C-C840-CBAF-4B63-71B37FC6C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5E86EE-26F5-FE5C-EEF3-E0B257CA4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D56866-2EB1-C3EE-3089-A6D6A3613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ABAFBF-B048-E156-80CC-29531BF12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8B7B97-92F6-5F47-2A75-DCE4983A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4399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36725-00AA-533F-C5E1-94FC1155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81E8A78-0797-ACBB-324E-9125A5C41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CF0B4C-F954-3C40-B5FA-5B701609C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7F2D97-CFBB-877D-65A3-429A817EF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A3BBE5-8609-7D2F-F04D-FF0009606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CBB9A3-544C-E32D-5939-1AE6C84C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522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6E128-4987-C709-1637-35985FB25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CEB567-1632-B1DD-F4B7-DCBFA038F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F7DBB-FDF2-8FDB-77EF-D76625E7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A123AD-A7FD-B162-6E18-4A194589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3343DB-20D1-FE16-4047-075A792B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866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7175C3-F6F3-0299-9681-3DDA8B978E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34747F-13ED-DA39-CEB0-25033E3BD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D6242B-5A01-8D37-1D18-17AF8304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D96864-730D-8678-8F2E-5027431F5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DBDA69-5299-A8FF-CEE2-44D37C3D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14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B5ECF88-A555-FB9B-A66E-66E0EAA0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A08FF0-F181-DC01-144D-ECFC51C96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03C5F-1CDD-BAE2-4ABE-8AF682175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52B8D-7DBD-434C-AD81-85E1F77F4A07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8578E7-3C81-876E-DAF4-F5188B171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63943B-E016-3689-E97E-86F9F3CF5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9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BE60C55-CFDA-ABBB-AEE1-A2F7EDF7FF12}"/>
              </a:ext>
            </a:extLst>
          </p:cNvPr>
          <p:cNvSpPr/>
          <p:nvPr/>
        </p:nvSpPr>
        <p:spPr>
          <a:xfrm>
            <a:off x="0" y="5098211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latin typeface="Arial Black" panose="020B0A04020102020204" pitchFamily="34" charset="0"/>
              </a:rPr>
              <a:t>AULA 02 – RELAÇÕES</a:t>
            </a:r>
          </a:p>
        </p:txBody>
      </p:sp>
      <p:pic>
        <p:nvPicPr>
          <p:cNvPr id="8" name="Picture 14" descr="Veja os detalhes da imagem relacionada. Flat vector business icons set. Corporate style. Outlined IT icons for ...">
            <a:extLst>
              <a:ext uri="{FF2B5EF4-FFF2-40B4-BE49-F238E27FC236}">
                <a16:creationId xmlns:a16="http://schemas.microsoft.com/office/drawing/2014/main" id="{7702007B-1F2F-D8A9-1B32-9B25702B2D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07" b="41306"/>
          <a:stretch/>
        </p:blipFill>
        <p:spPr bwMode="auto">
          <a:xfrm>
            <a:off x="1758113" y="785004"/>
            <a:ext cx="8675773" cy="336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11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DEFINIÇÕES</a:t>
            </a:r>
          </a:p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PROPRIEDADES</a:t>
            </a:r>
          </a:p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RELAÇÃO DE EQUIVALÊNCIA</a:t>
            </a:r>
          </a:p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CLASSES DE EQUIVALÊNCIA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ROTEIRO</a:t>
            </a:r>
          </a:p>
        </p:txBody>
      </p:sp>
      <p:pic>
        <p:nvPicPr>
          <p:cNvPr id="2054" name="Picture 6" descr="Mafalda">
            <a:extLst>
              <a:ext uri="{FF2B5EF4-FFF2-40B4-BE49-F238E27FC236}">
                <a16:creationId xmlns:a16="http://schemas.microsoft.com/office/drawing/2014/main" id="{0843C0EA-034B-270F-C7D4-9804AFCAA5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7" b="9351"/>
          <a:stretch/>
        </p:blipFill>
        <p:spPr bwMode="auto">
          <a:xfrm>
            <a:off x="7703622" y="2851458"/>
            <a:ext cx="3245395" cy="298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64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C67E8-7433-5620-D6E3-779E7A2E1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342E8A-4031-0ABC-6BB8-DF9FF523B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AF3F9A-D91B-3C85-F6D0-A8A4B01A0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Ligações entre elementos de conjuntos são representadas utilizando uma estrutura chamada relação. As relações podem ser usadas para resolver problemas tais como:</a:t>
            </a:r>
          </a:p>
          <a:p>
            <a:pPr lvl="1" algn="just">
              <a:lnSpc>
                <a:spcPct val="150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Determinar quais pares de cidades são ligadas por linhas aéreas em uma rede;</a:t>
            </a:r>
          </a:p>
          <a:p>
            <a:pPr lvl="1" algn="just">
              <a:lnSpc>
                <a:spcPct val="150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Busca de uma ordem viável para as diferentes fases de um projeto;</a:t>
            </a:r>
          </a:p>
          <a:p>
            <a:pPr lvl="1" algn="just">
              <a:lnSpc>
                <a:spcPct val="150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Elaboração de um modo útil de armazenar informação em bancos de dados computacionais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46987D1-F9A4-E2BF-6BDC-F371D59B863A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RELAÇÃO</a:t>
            </a:r>
          </a:p>
        </p:txBody>
      </p:sp>
    </p:spTree>
    <p:extLst>
      <p:ext uri="{BB962C8B-B14F-4D97-AF65-F5344CB8AC3E}">
        <p14:creationId xmlns:p14="http://schemas.microsoft.com/office/powerpoint/2010/main" val="2894904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4F870-BCE1-760D-CE20-E1FA32F28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316FE-11F4-49EF-820B-419F177A2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9DB11F-517C-A958-984C-07BCB533A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DEFINIÇÃO 01: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 par ordenado (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a,b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é uma lista de objetos a e b em uma ordem estabelecida, com a aparecendo em primeiro e b em segundo.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Dois pares ordenados (a1,b1) são ditos iguais (a2,b2) se e somente se a1 = a2 e b1 = b2.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EB7B9E1-330F-6C1D-6349-AEB658451CFA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RELAÇÃO - DEFINIÇÕES</a:t>
            </a:r>
          </a:p>
        </p:txBody>
      </p:sp>
    </p:spTree>
    <p:extLst>
      <p:ext uri="{BB962C8B-B14F-4D97-AF65-F5344CB8AC3E}">
        <p14:creationId xmlns:p14="http://schemas.microsoft.com/office/powerpoint/2010/main" val="3876780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02972-427A-7E9F-790B-C85777CFB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54912-FCB0-E8A3-F061-DC0ECEEF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BB052F-2361-5192-558D-366D29CA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DEFINIÇÃO 02: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A e B são dois conjuntos não-vazios, define-se o produto cartesiano 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AxB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como o conjunto de todos os pares ordenados (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a,b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com a </a:t>
            </a:r>
            <a:r>
              <a:rPr lang="el-G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ϵ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e b </a:t>
            </a:r>
            <a:r>
              <a:rPr lang="el-G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ϵ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B: A×B = {(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a,b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a B = {(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a,b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a∈A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b∈B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}.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Exemplo: A={1,2,3} e B={</a:t>
            </a:r>
            <a:r>
              <a:rPr lang="pt-BR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r,s</a:t>
            </a: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}, o produto cartesiano </a:t>
            </a:r>
            <a:r>
              <a:rPr lang="pt-BR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AxB</a:t>
            </a: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seria igual a A×B = {(1,r),(1,s),(2,r),(2,s),(3,r),(3,s)}.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35DD401-CE89-D430-F2BB-E150AB31021A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RELAÇÃO - DEFINIÇÕES</a:t>
            </a:r>
          </a:p>
        </p:txBody>
      </p:sp>
    </p:spTree>
    <p:extLst>
      <p:ext uri="{BB962C8B-B14F-4D97-AF65-F5344CB8AC3E}">
        <p14:creationId xmlns:p14="http://schemas.microsoft.com/office/powerpoint/2010/main" val="133833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9280D-B83C-971D-807C-6E086F173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115C5F-D265-C38E-0D74-0518D8D1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49FD03-199A-F8E5-80A3-B47D08679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 firma de pesquisa em marketing classifica uma pessoa de acordo com 2 critérios: (1) sexo (m=masculino e f=feminino) e (2) grau de escolaridade (g=ginásio, m=médio, f=faculdade, p=pós-graduação). Sejam S={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m,f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 e L={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g,m,f,p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}, faça o produto cartesiano 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SxL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para demonstrar todas as categorias de classificação das pessoas.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5A4388D-A6A9-3041-F332-F98F3A1A8632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JUNTOS 02</a:t>
            </a:r>
          </a:p>
        </p:txBody>
      </p:sp>
    </p:spTree>
    <p:extLst>
      <p:ext uri="{BB962C8B-B14F-4D97-AF65-F5344CB8AC3E}">
        <p14:creationId xmlns:p14="http://schemas.microsoft.com/office/powerpoint/2010/main" val="2839175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85907-AA9F-1A8E-36D6-FD9FACBC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848C7-568A-03D8-11DF-CE4C813C3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82DC0D-C757-BB31-5D73-F0542030D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DEFINIÇÃO 03: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Sejam A e B conjuntos. Uma relação binária R de A em B é um subconjunto de 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AxB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Usa-se a notação a R b para denotar que (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a,b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l-G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ϵ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R. As relações binárias representam ligações entre elementos de 2 conjuntos.</a:t>
            </a:r>
          </a:p>
          <a:p>
            <a:pPr lvl="1" algn="just">
              <a:lnSpc>
                <a:spcPct val="150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Sejam A={1,2,3} e B = {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r,s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 e uma relação R ={(1,r),(1,s),(2,s),(3,r)} de A em B. Pode-se dizer que 1 R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1 R s, 2 R s, 3 R  mas não 3 R 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4502E30-E9C5-6DCA-F689-D17A7A5E7E7E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RELAÇÃO - DEFINIÇÕES</a:t>
            </a:r>
          </a:p>
        </p:txBody>
      </p:sp>
    </p:spTree>
    <p:extLst>
      <p:ext uri="{BB962C8B-B14F-4D97-AF65-F5344CB8AC3E}">
        <p14:creationId xmlns:p14="http://schemas.microsoft.com/office/powerpoint/2010/main" val="2790448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6E8D-11DE-A3E7-BEDF-1E9EE9268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CB557-7420-505E-11C1-D5FA6948E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4DF431-7621-FC10-0C06-1A5B9D507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DEFINIÇÃO 03-Continuação: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relação apresentada anteriormente também pode ser representada por: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8372F51-D645-A1C9-4812-EC53F8993203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RELAÇÃO - DEFINIÇÕES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53867DD-6AF4-14D5-A5B2-F15C7B613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635" y="3644064"/>
            <a:ext cx="5088730" cy="302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2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2C0E2-F5A1-316F-1D44-EBB27AB3D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0792E4-1390-AE55-9398-EDC928356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3961BD-94B6-B20C-C47D-B6AD73C44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Seja A=B={1,2,3,4,5} e a relação R representada por a R b se e somente se a &lt;b. Represente o conjunto gerado pela aplicação da relação R.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2A042CE-E3B9-1EEC-73F5-E58F95AE7BAA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JUNTOS 03</a:t>
            </a:r>
          </a:p>
        </p:txBody>
      </p:sp>
    </p:spTree>
    <p:extLst>
      <p:ext uri="{BB962C8B-B14F-4D97-AF65-F5344CB8AC3E}">
        <p14:creationId xmlns:p14="http://schemas.microsoft.com/office/powerpoint/2010/main" val="4155963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B4DCE-920B-FF53-CB79-7F0A56765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101F8-11FC-3765-EF83-7656CB5F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27B627-1D2F-840E-E369-DF2694675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DEFINIÇÃO 04: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 relação sobre o conjunto A é uma relação de A para A, ou seja, é um subconjunto de 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AxA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 algn="just">
              <a:lnSpc>
                <a:spcPct val="20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Seja A={1,2,3,4}, note que </a:t>
            </a:r>
            <a:r>
              <a:rPr lang="pt-BR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AxA</a:t>
            </a: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={(1,1),(1,2),(1,3),(1,4),(2,1),(2,2),(2,3),(2,4), (3,1), (3,2),(3,3),(3,4),(4,1),(4,2),(4,3),(4,4)}.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AC4E181-E5A2-EF4B-27D0-9BE2163CF84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RELAÇÃO - DEFINIÇÕES</a:t>
            </a:r>
          </a:p>
        </p:txBody>
      </p:sp>
    </p:spTree>
    <p:extLst>
      <p:ext uri="{BB962C8B-B14F-4D97-AF65-F5344CB8AC3E}">
        <p14:creationId xmlns:p14="http://schemas.microsoft.com/office/powerpoint/2010/main" val="994758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0E93-9911-D24B-0AF3-EA989B540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49FAF-BC71-027C-A3F0-FBEA26A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3517B4-08EB-1FB5-2116-47AC59FD8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6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Considere as seguintes relações sobre o conjunto dos inteiros:</a:t>
            </a:r>
          </a:p>
          <a:p>
            <a:pPr algn="just">
              <a:lnSpc>
                <a:spcPct val="16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6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Quais destas relações contêm cada um dos pares (1,1), (1,2), (2,1), (1,-1) e (2,2)?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28B8ED4-EAD1-2E97-C35F-C5AC7742A1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JUNTOS 04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A7720A1-38D3-FE03-3605-4A9704D7B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970" y="2889158"/>
            <a:ext cx="5114059" cy="255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18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0EFC6-1768-3BFE-3050-579807A0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54A8B2-317C-2845-D89C-63134FFD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870422-2698-D821-4B79-0EF75DF17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DEFINIÇÃO 05: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Seja R, uma relação de A em B, então:</a:t>
            </a:r>
          </a:p>
          <a:p>
            <a:pPr lvl="1" algn="just">
              <a:lnSpc>
                <a:spcPct val="200000"/>
              </a:lnSpc>
            </a:pPr>
            <a:r>
              <a:rPr lang="pt-BR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Domínio de R</a:t>
            </a:r>
            <a:r>
              <a:rPr lang="pt-BR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denotado por Dom(R): é o conjunto dos elementos em A que estão relacionados com algum elemento em B.</a:t>
            </a:r>
          </a:p>
          <a:p>
            <a:pPr lvl="1" algn="just">
              <a:lnSpc>
                <a:spcPct val="200000"/>
              </a:lnSpc>
            </a:pPr>
            <a:r>
              <a:rPr lang="pt-BR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Contradomínio de R</a:t>
            </a:r>
            <a:r>
              <a:rPr lang="pt-BR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denotado por </a:t>
            </a:r>
            <a:r>
              <a:rPr lang="pt-BR" sz="3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</a:t>
            </a:r>
            <a:r>
              <a:rPr lang="pt-BR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(R): é o conjunto de todos os elementos em B que são relacionados a algum elemento em 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1C87F50-B0A7-6DCB-48A4-50C5912A48F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RELAÇÃO - DEFINIÇÕES</a:t>
            </a:r>
          </a:p>
        </p:txBody>
      </p:sp>
    </p:spTree>
    <p:extLst>
      <p:ext uri="{BB962C8B-B14F-4D97-AF65-F5344CB8AC3E}">
        <p14:creationId xmlns:p14="http://schemas.microsoft.com/office/powerpoint/2010/main" val="133044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8CE5A-6CA4-ECD9-7EE5-5A4CEE1B6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79D457-2E69-01E9-FBD5-242E276A0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97B966-4437-E4C5-7A88-2F5C0DFA9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R é a relação sobre A={1,2,3,4,5} dada por a R b se e somente se a&lt;b, então:</a:t>
            </a:r>
          </a:p>
          <a:p>
            <a:pPr lvl="1" algn="just">
              <a:lnSpc>
                <a:spcPct val="20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o domínio de R;</a:t>
            </a:r>
          </a:p>
          <a:p>
            <a:pPr lvl="1" algn="just">
              <a:lnSpc>
                <a:spcPct val="20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o contradomínio de R;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08BD59D-F9AE-7989-76E3-041364349C4A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JUNTOS 05</a:t>
            </a:r>
          </a:p>
        </p:txBody>
      </p:sp>
    </p:spTree>
    <p:extLst>
      <p:ext uri="{BB962C8B-B14F-4D97-AF65-F5344CB8AC3E}">
        <p14:creationId xmlns:p14="http://schemas.microsoft.com/office/powerpoint/2010/main" val="2340397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4CF2B-87DF-9206-8D42-6D0ED75C8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63AF6-D95E-DED1-8ADE-578B24E7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3E9773-2611-5AA3-6C0F-D934C326E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Há muitas maneiras de representar uma relação entre conjuntos finitos, a mais comum, é listar os pares ordenados. Mas também pode-se usar: </a:t>
            </a: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matrizes de 0’s e 1’s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 </a:t>
            </a: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grafos direcionados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(dígrafos).</a:t>
            </a:r>
            <a:endParaRPr lang="pt-BR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F187176-B6CE-1E32-EDBB-6E91062290D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RELAÇÃO - REPRESENTAÇÃO</a:t>
            </a:r>
          </a:p>
        </p:txBody>
      </p:sp>
    </p:spTree>
    <p:extLst>
      <p:ext uri="{BB962C8B-B14F-4D97-AF65-F5344CB8AC3E}">
        <p14:creationId xmlns:p14="http://schemas.microsoft.com/office/powerpoint/2010/main" val="1376992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D9F24-C7D4-6571-AFDA-45A0702F8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6FD393-A6C2-6854-59CA-398A6FB8D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1DE16FA-048B-6374-5332-38A2C3219F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1825624"/>
                <a:ext cx="12191999" cy="5032375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200000"/>
                  </a:lnSpc>
                </a:pPr>
                <a:r>
                  <a:rPr lang="pt-BR" sz="3200" b="1" dirty="0">
                    <a:solidFill>
                      <a:srgbClr val="99419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Matriz de relação: </a:t>
                </a:r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 A={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pt-BR" sz="3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pt-BR" sz="3200" dirty="0"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2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pt-BR" sz="3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pt-BR" sz="32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,...,</a:t>
                </a:r>
                <a:r>
                  <a:rPr lang="pt-BR" sz="3200" dirty="0"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2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pt-BR" sz="3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} e B={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pt-BR" sz="32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pt-BR" sz="3200" dirty="0"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pt-BR" sz="3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,...,</a:t>
                </a:r>
                <a:r>
                  <a:rPr lang="pt-BR" sz="3200" dirty="0"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pt-BR" sz="3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} são conjuntos finitos e R é uma relação de A em B, então R pode ser representada pela matriz </a:t>
                </a:r>
                <a:r>
                  <a:rPr lang="pt-BR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mxn</a:t>
                </a:r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𝑀</m:t>
                        </m:r>
                      </m:e>
                      <m:sub>
                        <m:r>
                          <a:rPr lang="pt-BR" sz="3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𝑅</m:t>
                        </m:r>
                      </m:sub>
                    </m:sSub>
                    <m:r>
                      <a:rPr lang="pt-BR" sz="32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𝑚</m:t>
                        </m:r>
                      </m:e>
                      <m:sub>
                        <m:r>
                          <a:rPr lang="pt-BR" sz="32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], definida como:</a:t>
                </a:r>
              </a:p>
              <a:p>
                <a:pPr marL="0" indent="0" algn="just">
                  <a:lnSpc>
                    <a:spcPct val="200000"/>
                  </a:lnSpc>
                  <a:buNone/>
                </a:pPr>
                <a:endParaRPr lang="pt-BR" sz="3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1DE16FA-048B-6374-5332-38A2C3219F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1825624"/>
                <a:ext cx="12191999" cy="5032375"/>
              </a:xfrm>
              <a:blipFill>
                <a:blip r:embed="rId2"/>
                <a:stretch>
                  <a:fillRect l="-1150" r="-12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7AB26B22-B240-56B6-9B26-F914EA14506A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RELAÇÃO - REPRESENTAÇÃO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4A44F4B-9BDD-0648-F3CC-3DB9C898B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782" y="5026145"/>
            <a:ext cx="4482435" cy="1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60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673B6-CA9D-ECD9-541C-E6790AAD4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00CE5-16BC-78A1-4627-F694EDF2A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E24ACA-5970-4153-5D4D-1CBAA7BCB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Sejam A={1,2,3} e B={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r,s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 e a relação R de A em B dada por R={(1,r),(2,s),(3,r)}. Monte a matriz de R para essa situação.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D2AB057-482A-C000-05AD-51C0EF7CE3B2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JUNTOS 06</a:t>
            </a:r>
          </a:p>
        </p:txBody>
      </p:sp>
    </p:spTree>
    <p:extLst>
      <p:ext uri="{BB962C8B-B14F-4D97-AF65-F5344CB8AC3E}">
        <p14:creationId xmlns:p14="http://schemas.microsoft.com/office/powerpoint/2010/main" val="4234792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1D2D9-8BEA-1F15-7849-629AFBAEB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D1230-50E2-BC73-E382-3FE81766E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7F9A899-A4F1-3BF2-451F-AF6BAD2080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1825624"/>
                <a:ext cx="12191999" cy="5032375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pt-BR" sz="3200" b="1" dirty="0">
                    <a:solidFill>
                      <a:srgbClr val="99419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Grafo direcionado: </a:t>
                </a:r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 A é um conjunto finito e R é uma relação sobre A, então R pode ser representada graficamente como segue: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pt-BR" sz="2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Desenhe um pequeno círculo para cada elemento de A e o nomeie com o correspondente elemento de A -&gt; vértices.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pt-BR" sz="2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Desenhe uma linha orientada, chamada de aresta, do vértice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para o vértice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pt-BR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pt-BR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𝑗</m:t>
                        </m:r>
                      </m:sub>
                    </m:sSub>
                    <m:r>
                      <a:rPr lang="pt-BR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</m:t>
                    </m:r>
                  </m:oMath>
                </a14:m>
                <a:r>
                  <a:rPr lang="pt-BR" sz="2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∈ R.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7F9A899-A4F1-3BF2-451F-AF6BAD2080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1825624"/>
                <a:ext cx="12191999" cy="5032375"/>
              </a:xfrm>
              <a:blipFill>
                <a:blip r:embed="rId2"/>
                <a:stretch>
                  <a:fillRect l="-1150" r="-12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D0CF242C-7FCE-9907-5284-16E7B81B99B4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RELAÇÃO - REPRESENTAÇÃO</a:t>
            </a:r>
          </a:p>
        </p:txBody>
      </p:sp>
    </p:spTree>
    <p:extLst>
      <p:ext uri="{BB962C8B-B14F-4D97-AF65-F5344CB8AC3E}">
        <p14:creationId xmlns:p14="http://schemas.microsoft.com/office/powerpoint/2010/main" val="2233220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8941A-3E34-4551-E6C1-7E80C3122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95F48-4881-1138-EFA0-5A69FEC0B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ED02CE-DE8D-0CFC-BCED-B9386A72C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Sejam A={1,2,3,4} e R={(1,1),(1,2),(2,1),(2,2),(2,3),(2,4),(3,4),(4,1)}. Elabore a representação dessa relação por meio de um grafo direcionado.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2CFBAF0-F83A-3334-BA66-66E6569C2EDC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JUNTOS 07</a:t>
            </a:r>
          </a:p>
        </p:txBody>
      </p:sp>
    </p:spTree>
    <p:extLst>
      <p:ext uri="{BB962C8B-B14F-4D97-AF65-F5344CB8AC3E}">
        <p14:creationId xmlns:p14="http://schemas.microsoft.com/office/powerpoint/2010/main" val="629377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89A5C-415B-B807-3C17-3F3F1E89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9470F-17EA-6B2C-11DE-05A64547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9512CF-CDD2-58DF-AA32-F11FD1A18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cada uma das relações binárias R definidas a seguir em N, decida quais entre os pares ordenados dados pertencem a R: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BD2EA40-F733-EDD8-8442-DC32145FD772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PRATIQUE 01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6B111D8-B13C-347F-BCCD-0F6021B63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53234"/>
            <a:ext cx="10453657" cy="194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26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56D20-2630-8C1B-52F3-CF3C2FCA4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33E11E-C4B0-02B5-1095-4E8B5FCEC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67A3516-F327-8E51-13C8-E2E770499D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1825624"/>
                <a:ext cx="12191999" cy="5032375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Seja R uma relação. A inversa de R, denotada por R, é a relação formada invertendo-se a ordem de todos os pares ordenados em R. Por exemplo: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pt-B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Seja R={(1,3),(2,4),(3,6)} então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𝑅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={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3,1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4,2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,(6,3)}</m:t>
                    </m:r>
                  </m:oMath>
                </a14:m>
                <a:r>
                  <a:rPr lang="pt-B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pt-B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 R é uma relação sobre A, então R também o é. Se R é uma relação de A em B, então R é uma relação de B em A.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67A3516-F327-8E51-13C8-E2E770499D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1825624"/>
                <a:ext cx="12191999" cy="5032375"/>
              </a:xfrm>
              <a:blipFill>
                <a:blip r:embed="rId2"/>
                <a:stretch>
                  <a:fillRect l="-1150" r="-12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053EC6A2-F1F0-5E86-F7C5-A7117C49668B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RELAÇÃO INVERSA</a:t>
            </a:r>
          </a:p>
        </p:txBody>
      </p:sp>
    </p:spTree>
    <p:extLst>
      <p:ext uri="{BB962C8B-B14F-4D97-AF65-F5344CB8AC3E}">
        <p14:creationId xmlns:p14="http://schemas.microsoft.com/office/powerpoint/2010/main" val="1578127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229AE-E349-1766-C394-1CC8A1BAA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CDBA5-0DF4-B047-270C-22AFC5ABC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565184-F79F-B39E-25BD-63F39BF85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PROPRIEDADE 01: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 relação 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aRb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pode ser classificada em:</a:t>
            </a:r>
          </a:p>
          <a:p>
            <a:pPr lvl="1" algn="just">
              <a:lnSpc>
                <a:spcPct val="200000"/>
              </a:lnSpc>
            </a:pPr>
            <a:r>
              <a:rPr lang="pt-BR" sz="28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 para um</a:t>
            </a: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componentes a e b aparecem apenas uma vez em R.</a:t>
            </a:r>
          </a:p>
          <a:p>
            <a:pPr lvl="1" algn="just">
              <a:lnSpc>
                <a:spcPct val="200000"/>
              </a:lnSpc>
            </a:pPr>
            <a:r>
              <a:rPr lang="pt-BR" sz="28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 para muitos</a:t>
            </a: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componente a aparece em mais de um par.</a:t>
            </a:r>
          </a:p>
          <a:p>
            <a:pPr lvl="1" algn="just">
              <a:lnSpc>
                <a:spcPct val="200000"/>
              </a:lnSpc>
            </a:pPr>
            <a:r>
              <a:rPr lang="pt-BR" sz="28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Muitos para um: </a:t>
            </a: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componente b aparece em mais de um par.</a:t>
            </a:r>
          </a:p>
          <a:p>
            <a:pPr lvl="1" algn="just">
              <a:lnSpc>
                <a:spcPct val="200000"/>
              </a:lnSpc>
            </a:pPr>
            <a:r>
              <a:rPr lang="pt-BR" sz="28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Muitos para muitos: </a:t>
            </a: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componente x e y aparecem em mais de um par.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A933DA5-FE1A-B0DF-6D51-9A79F34BA8AB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PROPRIEDADES</a:t>
            </a:r>
          </a:p>
        </p:txBody>
      </p:sp>
    </p:spTree>
    <p:extLst>
      <p:ext uri="{BB962C8B-B14F-4D97-AF65-F5344CB8AC3E}">
        <p14:creationId xmlns:p14="http://schemas.microsoft.com/office/powerpoint/2010/main" val="3083913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6CAF7-498E-C3D5-1CBD-DF8EE1E4C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40EB5C-56C6-D189-ED68-F87FEF5FA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B35711-3E40-604B-116A-575DDE736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Sobre as seguintes relações, identifique quais são do tipo “um para um”, “um para muitos”, “muitos para um” ou “muitos para muitos”: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E6F65C9-DFA7-B075-0AB5-1387EDA2C484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JUNTOS 07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AB52421-C408-64CB-B8A5-C42B56682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812" y="4243901"/>
            <a:ext cx="6674010" cy="178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09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ADEA3-2DC8-4F42-42F8-7D436120E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3A538-5531-A030-C40A-2F1AB798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5DFABA-E4A5-D543-C5C4-948984531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PROPRIEDADE 02: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Seja R uma relação definida em um conjunto A. Para R, definimos as seguintes propriedades:</a:t>
            </a:r>
          </a:p>
          <a:p>
            <a:pPr lvl="1" algn="just">
              <a:lnSpc>
                <a:spcPct val="160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Reflexiva</a:t>
            </a:r>
          </a:p>
          <a:p>
            <a:pPr lvl="1" algn="just">
              <a:lnSpc>
                <a:spcPct val="160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Simétrica</a:t>
            </a:r>
          </a:p>
          <a:p>
            <a:pPr lvl="1" algn="just">
              <a:lnSpc>
                <a:spcPct val="160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Antissimétrica</a:t>
            </a:r>
          </a:p>
          <a:p>
            <a:pPr lvl="1" algn="just">
              <a:lnSpc>
                <a:spcPct val="160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Transitiva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7B4A8DF-A219-3634-8B2D-37DAEC525837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PROPRIEDADES</a:t>
            </a:r>
          </a:p>
        </p:txBody>
      </p:sp>
    </p:spTree>
    <p:extLst>
      <p:ext uri="{BB962C8B-B14F-4D97-AF65-F5344CB8AC3E}">
        <p14:creationId xmlns:p14="http://schemas.microsoft.com/office/powerpoint/2010/main" val="443918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E4401-BB4F-60F9-D88C-F1495CE7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E0BF0-4FBD-46FE-252B-29B924275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EC60D0-8B25-893F-5320-BA9F80A03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REFLEXIVA: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 relação R em um conjunto A é chamada de reflexiva se (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x,x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ϵ R para todo elemento x ϵ A, ou seja, todo x está relacionado a si mesmo. </a:t>
            </a:r>
          </a:p>
          <a:p>
            <a:pPr lvl="1" algn="just">
              <a:lnSpc>
                <a:spcPct val="16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 exemplo, sendo o conjunto A={1,2,3,4}, a relação R={(1,1),(1,2),(2,2),(2,3),(3,3),(4,4)} é reflexiva.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66EEDDD-D015-DC6A-D209-E552DBD97E0A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PROPRIEDADES</a:t>
            </a:r>
          </a:p>
        </p:txBody>
      </p:sp>
    </p:spTree>
    <p:extLst>
      <p:ext uri="{BB962C8B-B14F-4D97-AF65-F5344CB8AC3E}">
        <p14:creationId xmlns:p14="http://schemas.microsoft.com/office/powerpoint/2010/main" val="24352106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322B6-17BA-13E5-F3EE-F8EF4C088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B3AA71-4209-926D-C530-81A920067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C9DA47-AEED-66EA-C5DE-7004C98FE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SIMÉTRICA: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 relação R em um conjunto A é chamada de simétrica se (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y,x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ϵ R sempre que (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x,y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ϵ R, ou seja, se x está relacionado a y, então y está relacionado a x.</a:t>
            </a:r>
          </a:p>
          <a:p>
            <a:pPr lvl="1" algn="just">
              <a:lnSpc>
                <a:spcPct val="16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 exemplo, sendo o conjunto A={1,2,3,4}, a relação R={(1,1),(1,2),(2,1),(2,3),(3,2),(4,4)} é simétrica.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B45FA67-7C7B-41C2-20C1-950A141D1729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PROPRIEDADES</a:t>
            </a:r>
          </a:p>
        </p:txBody>
      </p:sp>
    </p:spTree>
    <p:extLst>
      <p:ext uri="{BB962C8B-B14F-4D97-AF65-F5344CB8AC3E}">
        <p14:creationId xmlns:p14="http://schemas.microsoft.com/office/powerpoint/2010/main" val="3202821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C126-51A1-CD4D-7050-85DEA9302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7D9694-5B72-7CDA-B915-43431E622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17396-E958-B354-0516-4856EF2CC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ANTISSIMÉTRICA: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 relação R em um conjunto A é chamada de antissimétrica se, para quaisquer (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x,y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ϵ A, se (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x,y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ϵ R e (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y,x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ϵ R, então x=y, ou seja, se x está relacionado a y e y está relacionado a x, então x=y.</a:t>
            </a:r>
          </a:p>
          <a:p>
            <a:pPr lvl="1" algn="just">
              <a:lnSpc>
                <a:spcPct val="16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 exemplo, sendo o conjunto A={1,2,3,4}, a relação R={(1,1),(1,2),(2,2)} é antissimétrica.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1991E20-25C6-0522-91EC-D39A2867353F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PROPRIEDADES</a:t>
            </a:r>
          </a:p>
        </p:txBody>
      </p:sp>
    </p:spTree>
    <p:extLst>
      <p:ext uri="{BB962C8B-B14F-4D97-AF65-F5344CB8AC3E}">
        <p14:creationId xmlns:p14="http://schemas.microsoft.com/office/powerpoint/2010/main" val="18891282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1511B-CCB7-DD1E-D7C5-A234E954E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90D7E-72FB-2777-A9FB-E1A97042D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47BB5C-D266-D5E5-4390-24C88C536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TRANSITIVA: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 relação R em um conjunto A é chamada de transitiva se,  sempre que (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x,y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ϵ R e (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y,z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ϵ R, então (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x,z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ϵ R, 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x,y,z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ϵ A. Ou seja, se x está relacionado a y e y está relacionado a z, então x está relacionado a z.</a:t>
            </a:r>
          </a:p>
          <a:p>
            <a:pPr lvl="1" algn="just">
              <a:lnSpc>
                <a:spcPct val="16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 exemplo, sendo o conjunto A={1,2,3,4}, a relação R={(1,2),(2,3),(1,3)} é transitiva.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C66242-3EA4-C15A-2B0C-222E1FBFE452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PROPRIEDADES</a:t>
            </a:r>
          </a:p>
        </p:txBody>
      </p:sp>
    </p:spTree>
    <p:extLst>
      <p:ext uri="{BB962C8B-B14F-4D97-AF65-F5344CB8AC3E}">
        <p14:creationId xmlns:p14="http://schemas.microsoft.com/office/powerpoint/2010/main" val="2396415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01B97-33B6-3F6E-EEC2-0C333A8B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52C62-0BD3-E359-80B5-B43606E1D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69D9B0-78C2-880C-E488-897E7CFF0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RESUMO: </a:t>
            </a: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EF721DB-BC35-E87E-E9A3-AEDC52EE8F83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PROPRIEDADES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AD2C3E7-BC49-CA10-13E1-41FD32843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095" y="2951847"/>
            <a:ext cx="9727809" cy="346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817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9E547-8ECF-C77D-FBD0-7E46A610B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A4916A-29B9-DD38-346E-1B6BE768A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9410EB-ACF2-2B81-0994-036690C07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Verifique se as relações são reflexivas, simétricas, antissimétricas ou transitivas: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8E230DD-D814-C22B-25E0-88B279A0F2E5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PRATIQUE 02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FD6161D-03EA-04B1-45EC-1DE95D938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887" y="3956599"/>
            <a:ext cx="4278225" cy="253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55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7A752-E5AD-9746-CEC4-30A1D9FBC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0A0F44-E45E-8F08-1DFD-C0C84BBD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F7A391-D5E0-2214-71B2-7CE7A8FC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 relação binária em um conjunto A que é </a:t>
            </a: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reflexiva, simétrica e transitiva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 chamada de </a:t>
            </a:r>
            <a:r>
              <a:rPr lang="pt-BR" sz="3200" b="1" dirty="0">
                <a:solidFill>
                  <a:srgbClr val="99419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relação de equivalência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em A. Exemplos:</a:t>
            </a:r>
          </a:p>
          <a:p>
            <a:pPr lvl="1" algn="just">
              <a:lnSpc>
                <a:spcPct val="200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R1 ={(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x,y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x=y}, sobre qualquer conjunto S.</a:t>
            </a:r>
          </a:p>
          <a:p>
            <a:pPr lvl="1" algn="just">
              <a:lnSpc>
                <a:spcPct val="200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R2 ={(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x,y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x+y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 par}, sobre o conjunto N.</a:t>
            </a:r>
          </a:p>
          <a:p>
            <a:pPr lvl="1" algn="just">
              <a:lnSpc>
                <a:spcPct val="200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R3 ={(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x,y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x senta na mesma fileira de y}, sobre {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x|x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 aluno da turma}.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81BCB44-3FCF-58F9-0EA0-C221F017091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RELAÇÕES DE EQUIVALÊNCIA</a:t>
            </a:r>
          </a:p>
        </p:txBody>
      </p:sp>
    </p:spTree>
    <p:extLst>
      <p:ext uri="{BB962C8B-B14F-4D97-AF65-F5344CB8AC3E}">
        <p14:creationId xmlns:p14="http://schemas.microsoft.com/office/powerpoint/2010/main" val="34974180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14CF-48D6-7037-5E3B-63BA4550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9CA1E-58A8-65F2-C2BA-72E3ECC53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DÚVIDAS?</a:t>
            </a:r>
          </a:p>
        </p:txBody>
      </p:sp>
      <p:pic>
        <p:nvPicPr>
          <p:cNvPr id="3074" name="Picture 2" descr="Resultado de imagem para DÚVIDAS">
            <a:extLst>
              <a:ext uri="{FF2B5EF4-FFF2-40B4-BE49-F238E27FC236}">
                <a16:creationId xmlns:a16="http://schemas.microsoft.com/office/drawing/2014/main" id="{745773D9-E05F-41BE-E3C2-3D8CC25CC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042" y="2577752"/>
            <a:ext cx="4947916" cy="337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254FBD0-F5AF-7E64-2DF3-FAACF2D38D04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26746395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1A5309949B11C4CB16C511DFC2C6B89" ma:contentTypeVersion="3" ma:contentTypeDescription="Crie um novo documento." ma:contentTypeScope="" ma:versionID="1d29b50cf3fd3bad30ef15843b51a5ba">
  <xsd:schema xmlns:xsd="http://www.w3.org/2001/XMLSchema" xmlns:xs="http://www.w3.org/2001/XMLSchema" xmlns:p="http://schemas.microsoft.com/office/2006/metadata/properties" xmlns:ns2="123d4502-9e17-4cff-b61c-384eaceecf46" targetNamespace="http://schemas.microsoft.com/office/2006/metadata/properties" ma:root="true" ma:fieldsID="71ecb686d0f0e9be58741ea6e3e46b0f" ns2:_="">
    <xsd:import namespace="123d4502-9e17-4cff-b61c-384eaceecf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d4502-9e17-4cff-b61c-384eaceecf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0914025-C63E-46A5-BAF1-05E28E429C8C}"/>
</file>

<file path=customXml/itemProps2.xml><?xml version="1.0" encoding="utf-8"?>
<ds:datastoreItem xmlns:ds="http://schemas.openxmlformats.org/officeDocument/2006/customXml" ds:itemID="{B2D663DE-1667-4352-A7B9-ADC014B3AA83}"/>
</file>

<file path=customXml/itemProps3.xml><?xml version="1.0" encoding="utf-8"?>
<ds:datastoreItem xmlns:ds="http://schemas.openxmlformats.org/officeDocument/2006/customXml" ds:itemID="{F0A88CC7-8236-4F0A-9684-99375B684B0D}"/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1683</Words>
  <Application>Microsoft Office PowerPoint</Application>
  <PresentationFormat>Widescreen</PresentationFormat>
  <Paragraphs>98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8" baseType="lpstr">
      <vt:lpstr>Aptos</vt:lpstr>
      <vt:lpstr>Aptos Display</vt:lpstr>
      <vt:lpstr>Arial</vt:lpstr>
      <vt:lpstr>Arial Black</vt:lpstr>
      <vt:lpstr>Calibri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DÚVIDAS?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Thissiany B Almeida</dc:creator>
  <cp:lastModifiedBy>Thissiany Beatriz Almeida</cp:lastModifiedBy>
  <cp:revision>6</cp:revision>
  <dcterms:created xsi:type="dcterms:W3CDTF">2024-02-19T17:05:45Z</dcterms:created>
  <dcterms:modified xsi:type="dcterms:W3CDTF">2026-09-21T22:49:29Z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0x010100E1A5309949B11C4CB16C511DFC2C6B89</vt:lpwstr>
  </property>
</Properties>
</file>