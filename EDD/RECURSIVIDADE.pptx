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328" r:id="rId5"/>
    <p:sldId id="329" r:id="rId6"/>
    <p:sldId id="327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5" r:id="rId21"/>
    <p:sldId id="306" r:id="rId22"/>
    <p:sldId id="323" r:id="rId23"/>
    <p:sldId id="326" r:id="rId24"/>
    <p:sldId id="307" r:id="rId25"/>
    <p:sldId id="324" r:id="rId26"/>
    <p:sldId id="278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4190"/>
    <a:srgbClr val="282F78"/>
    <a:srgbClr val="C26F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3F9D1-4B58-480C-BB5E-876EAAD5B02A}" v="170" dt="2024-03-31T22:55:15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CAC3F9D1-4B58-480C-BB5E-876EAAD5B02A}"/>
    <pc:docChg chg="undo custSel addSld delSld modSld">
      <pc:chgData name="THISSIANY BEATRIZ ALMEIDA" userId="2dcd9e37-326d-4709-acd7-5ac3ef4a188f" providerId="ADAL" clId="{CAC3F9D1-4B58-480C-BB5E-876EAAD5B02A}" dt="2024-03-31T23:21:19.229" v="7987" actId="20577"/>
      <pc:docMkLst>
        <pc:docMk/>
      </pc:docMkLst>
      <pc:sldChg chg="modSp mod">
        <pc:chgData name="THISSIANY BEATRIZ ALMEIDA" userId="2dcd9e37-326d-4709-acd7-5ac3ef4a188f" providerId="ADAL" clId="{CAC3F9D1-4B58-480C-BB5E-876EAAD5B02A}" dt="2024-03-31T20:57:41.067" v="33" actId="20577"/>
        <pc:sldMkLst>
          <pc:docMk/>
          <pc:sldMk cId="2171811861" sldId="256"/>
        </pc:sldMkLst>
        <pc:spChg chg="mod">
          <ac:chgData name="THISSIANY BEATRIZ ALMEIDA" userId="2dcd9e37-326d-4709-acd7-5ac3ef4a188f" providerId="ADAL" clId="{CAC3F9D1-4B58-480C-BB5E-876EAAD5B02A}" dt="2024-03-31T20:57:41.067" v="33" actId="20577"/>
          <ac:spMkLst>
            <pc:docMk/>
            <pc:sldMk cId="2171811861" sldId="256"/>
            <ac:spMk id="5" creationId="{DBE60C55-CFDA-ABBB-AEE1-A2F7EDF7FF12}"/>
          </ac:spMkLst>
        </pc:spChg>
      </pc:sldChg>
      <pc:sldChg chg="modSp mod">
        <pc:chgData name="THISSIANY BEATRIZ ALMEIDA" userId="2dcd9e37-326d-4709-acd7-5ac3ef4a188f" providerId="ADAL" clId="{CAC3F9D1-4B58-480C-BB5E-876EAAD5B02A}" dt="2024-03-31T21:00:53.849" v="245" actId="2710"/>
        <pc:sldMkLst>
          <pc:docMk/>
          <pc:sldMk cId="3236644282" sldId="257"/>
        </pc:sldMkLst>
        <pc:spChg chg="mod">
          <ac:chgData name="THISSIANY BEATRIZ ALMEIDA" userId="2dcd9e37-326d-4709-acd7-5ac3ef4a188f" providerId="ADAL" clId="{CAC3F9D1-4B58-480C-BB5E-876EAAD5B02A}" dt="2024-03-31T21:00:53.849" v="245" actId="2710"/>
          <ac:spMkLst>
            <pc:docMk/>
            <pc:sldMk cId="3236644282" sldId="257"/>
            <ac:spMk id="3" creationId="{30868531-4076-9BC2-740A-928ACB114A92}"/>
          </ac:spMkLst>
        </pc:spChg>
      </pc:sldChg>
      <pc:sldChg chg="del">
        <pc:chgData name="THISSIANY BEATRIZ ALMEIDA" userId="2dcd9e37-326d-4709-acd7-5ac3ef4a188f" providerId="ADAL" clId="{CAC3F9D1-4B58-480C-BB5E-876EAAD5B02A}" dt="2024-03-31T20:57:51.374" v="36" actId="47"/>
        <pc:sldMkLst>
          <pc:docMk/>
          <pc:sldMk cId="2304244447" sldId="279"/>
        </pc:sldMkLst>
      </pc:sldChg>
      <pc:sldChg chg="del">
        <pc:chgData name="THISSIANY BEATRIZ ALMEIDA" userId="2dcd9e37-326d-4709-acd7-5ac3ef4a188f" providerId="ADAL" clId="{CAC3F9D1-4B58-480C-BB5E-876EAAD5B02A}" dt="2024-03-31T20:57:51.623" v="37" actId="47"/>
        <pc:sldMkLst>
          <pc:docMk/>
          <pc:sldMk cId="3318160058" sldId="281"/>
        </pc:sldMkLst>
      </pc:sldChg>
      <pc:sldChg chg="del">
        <pc:chgData name="THISSIANY BEATRIZ ALMEIDA" userId="2dcd9e37-326d-4709-acd7-5ac3ef4a188f" providerId="ADAL" clId="{CAC3F9D1-4B58-480C-BB5E-876EAAD5B02A}" dt="2024-03-31T20:57:51.809" v="38" actId="47"/>
        <pc:sldMkLst>
          <pc:docMk/>
          <pc:sldMk cId="478037718" sldId="282"/>
        </pc:sldMkLst>
      </pc:sldChg>
      <pc:sldChg chg="del">
        <pc:chgData name="THISSIANY BEATRIZ ALMEIDA" userId="2dcd9e37-326d-4709-acd7-5ac3ef4a188f" providerId="ADAL" clId="{CAC3F9D1-4B58-480C-BB5E-876EAAD5B02A}" dt="2024-03-31T20:57:51.952" v="39" actId="47"/>
        <pc:sldMkLst>
          <pc:docMk/>
          <pc:sldMk cId="95084108" sldId="283"/>
        </pc:sldMkLst>
      </pc:sldChg>
      <pc:sldChg chg="del">
        <pc:chgData name="THISSIANY BEATRIZ ALMEIDA" userId="2dcd9e37-326d-4709-acd7-5ac3ef4a188f" providerId="ADAL" clId="{CAC3F9D1-4B58-480C-BB5E-876EAAD5B02A}" dt="2024-03-31T20:57:52.101" v="40" actId="47"/>
        <pc:sldMkLst>
          <pc:docMk/>
          <pc:sldMk cId="1539306792" sldId="284"/>
        </pc:sldMkLst>
      </pc:sldChg>
      <pc:sldChg chg="del">
        <pc:chgData name="THISSIANY BEATRIZ ALMEIDA" userId="2dcd9e37-326d-4709-acd7-5ac3ef4a188f" providerId="ADAL" clId="{CAC3F9D1-4B58-480C-BB5E-876EAAD5B02A}" dt="2024-03-31T20:57:52.251" v="41" actId="47"/>
        <pc:sldMkLst>
          <pc:docMk/>
          <pc:sldMk cId="1247416351" sldId="285"/>
        </pc:sldMkLst>
      </pc:sldChg>
      <pc:sldChg chg="del">
        <pc:chgData name="THISSIANY BEATRIZ ALMEIDA" userId="2dcd9e37-326d-4709-acd7-5ac3ef4a188f" providerId="ADAL" clId="{CAC3F9D1-4B58-480C-BB5E-876EAAD5B02A}" dt="2024-03-31T20:57:52.554" v="43" actId="47"/>
        <pc:sldMkLst>
          <pc:docMk/>
          <pc:sldMk cId="3708333575" sldId="287"/>
        </pc:sldMkLst>
      </pc:sldChg>
      <pc:sldChg chg="del">
        <pc:chgData name="THISSIANY BEATRIZ ALMEIDA" userId="2dcd9e37-326d-4709-acd7-5ac3ef4a188f" providerId="ADAL" clId="{CAC3F9D1-4B58-480C-BB5E-876EAAD5B02A}" dt="2024-03-31T20:57:52.688" v="44" actId="47"/>
        <pc:sldMkLst>
          <pc:docMk/>
          <pc:sldMk cId="3085221694" sldId="288"/>
        </pc:sldMkLst>
      </pc:sldChg>
      <pc:sldChg chg="del">
        <pc:chgData name="THISSIANY BEATRIZ ALMEIDA" userId="2dcd9e37-326d-4709-acd7-5ac3ef4a188f" providerId="ADAL" clId="{CAC3F9D1-4B58-480C-BB5E-876EAAD5B02A}" dt="2024-03-31T20:57:52.843" v="45" actId="47"/>
        <pc:sldMkLst>
          <pc:docMk/>
          <pc:sldMk cId="1480759148" sldId="289"/>
        </pc:sldMkLst>
      </pc:sldChg>
      <pc:sldChg chg="del">
        <pc:chgData name="THISSIANY BEATRIZ ALMEIDA" userId="2dcd9e37-326d-4709-acd7-5ac3ef4a188f" providerId="ADAL" clId="{CAC3F9D1-4B58-480C-BB5E-876EAAD5B02A}" dt="2024-03-31T20:57:53.012" v="46" actId="47"/>
        <pc:sldMkLst>
          <pc:docMk/>
          <pc:sldMk cId="4220901743" sldId="290"/>
        </pc:sldMkLst>
      </pc:sldChg>
      <pc:sldChg chg="del">
        <pc:chgData name="THISSIANY BEATRIZ ALMEIDA" userId="2dcd9e37-326d-4709-acd7-5ac3ef4a188f" providerId="ADAL" clId="{CAC3F9D1-4B58-480C-BB5E-876EAAD5B02A}" dt="2024-03-31T20:57:53.144" v="47" actId="47"/>
        <pc:sldMkLst>
          <pc:docMk/>
          <pc:sldMk cId="2062051258" sldId="291"/>
        </pc:sldMkLst>
      </pc:sldChg>
      <pc:sldChg chg="del">
        <pc:chgData name="THISSIANY BEATRIZ ALMEIDA" userId="2dcd9e37-326d-4709-acd7-5ac3ef4a188f" providerId="ADAL" clId="{CAC3F9D1-4B58-480C-BB5E-876EAAD5B02A}" dt="2024-03-31T20:57:53.475" v="49" actId="47"/>
        <pc:sldMkLst>
          <pc:docMk/>
          <pc:sldMk cId="2889557379" sldId="292"/>
        </pc:sldMkLst>
      </pc:sldChg>
      <pc:sldChg chg="del">
        <pc:chgData name="THISSIANY BEATRIZ ALMEIDA" userId="2dcd9e37-326d-4709-acd7-5ac3ef4a188f" providerId="ADAL" clId="{CAC3F9D1-4B58-480C-BB5E-876EAAD5B02A}" dt="2024-03-31T20:57:53.684" v="50" actId="47"/>
        <pc:sldMkLst>
          <pc:docMk/>
          <pc:sldMk cId="2038123952" sldId="293"/>
        </pc:sldMkLst>
      </pc:sldChg>
      <pc:sldChg chg="del">
        <pc:chgData name="THISSIANY BEATRIZ ALMEIDA" userId="2dcd9e37-326d-4709-acd7-5ac3ef4a188f" providerId="ADAL" clId="{CAC3F9D1-4B58-480C-BB5E-876EAAD5B02A}" dt="2024-03-31T20:57:53.868" v="51" actId="47"/>
        <pc:sldMkLst>
          <pc:docMk/>
          <pc:sldMk cId="2536105763" sldId="294"/>
        </pc:sldMkLst>
      </pc:sldChg>
      <pc:sldChg chg="del">
        <pc:chgData name="THISSIANY BEATRIZ ALMEIDA" userId="2dcd9e37-326d-4709-acd7-5ac3ef4a188f" providerId="ADAL" clId="{CAC3F9D1-4B58-480C-BB5E-876EAAD5B02A}" dt="2024-03-31T20:57:53.939" v="52" actId="47"/>
        <pc:sldMkLst>
          <pc:docMk/>
          <pc:sldMk cId="406455062" sldId="295"/>
        </pc:sldMkLst>
      </pc:sldChg>
      <pc:sldChg chg="del">
        <pc:chgData name="THISSIANY BEATRIZ ALMEIDA" userId="2dcd9e37-326d-4709-acd7-5ac3ef4a188f" providerId="ADAL" clId="{CAC3F9D1-4B58-480C-BB5E-876EAAD5B02A}" dt="2024-03-31T20:57:54.095" v="53" actId="47"/>
        <pc:sldMkLst>
          <pc:docMk/>
          <pc:sldMk cId="4018023200" sldId="296"/>
        </pc:sldMkLst>
      </pc:sldChg>
      <pc:sldChg chg="del">
        <pc:chgData name="THISSIANY BEATRIZ ALMEIDA" userId="2dcd9e37-326d-4709-acd7-5ac3ef4a188f" providerId="ADAL" clId="{CAC3F9D1-4B58-480C-BB5E-876EAAD5B02A}" dt="2024-03-31T20:57:54.461" v="55" actId="47"/>
        <pc:sldMkLst>
          <pc:docMk/>
          <pc:sldMk cId="1322116644" sldId="297"/>
        </pc:sldMkLst>
      </pc:sldChg>
      <pc:sldChg chg="del">
        <pc:chgData name="THISSIANY BEATRIZ ALMEIDA" userId="2dcd9e37-326d-4709-acd7-5ac3ef4a188f" providerId="ADAL" clId="{CAC3F9D1-4B58-480C-BB5E-876EAAD5B02A}" dt="2024-03-31T20:57:54.633" v="56" actId="47"/>
        <pc:sldMkLst>
          <pc:docMk/>
          <pc:sldMk cId="2941355757" sldId="298"/>
        </pc:sldMkLst>
      </pc:sldChg>
      <pc:sldChg chg="del">
        <pc:chgData name="THISSIANY BEATRIZ ALMEIDA" userId="2dcd9e37-326d-4709-acd7-5ac3ef4a188f" providerId="ADAL" clId="{CAC3F9D1-4B58-480C-BB5E-876EAAD5B02A}" dt="2024-03-31T20:57:54.804" v="57" actId="47"/>
        <pc:sldMkLst>
          <pc:docMk/>
          <pc:sldMk cId="2625940087" sldId="299"/>
        </pc:sldMkLst>
      </pc:sldChg>
      <pc:sldChg chg="del">
        <pc:chgData name="THISSIANY BEATRIZ ALMEIDA" userId="2dcd9e37-326d-4709-acd7-5ac3ef4a188f" providerId="ADAL" clId="{CAC3F9D1-4B58-480C-BB5E-876EAAD5B02A}" dt="2024-03-31T20:57:54.931" v="58" actId="47"/>
        <pc:sldMkLst>
          <pc:docMk/>
          <pc:sldMk cId="630092931" sldId="300"/>
        </pc:sldMkLst>
      </pc:sldChg>
      <pc:sldChg chg="del">
        <pc:chgData name="THISSIANY BEATRIZ ALMEIDA" userId="2dcd9e37-326d-4709-acd7-5ac3ef4a188f" providerId="ADAL" clId="{CAC3F9D1-4B58-480C-BB5E-876EAAD5B02A}" dt="2024-03-31T20:57:55.088" v="59" actId="47"/>
        <pc:sldMkLst>
          <pc:docMk/>
          <pc:sldMk cId="2936353380" sldId="301"/>
        </pc:sldMkLst>
      </pc:sldChg>
      <pc:sldChg chg="del">
        <pc:chgData name="THISSIANY BEATRIZ ALMEIDA" userId="2dcd9e37-326d-4709-acd7-5ac3ef4a188f" providerId="ADAL" clId="{CAC3F9D1-4B58-480C-BB5E-876EAAD5B02A}" dt="2024-03-31T20:57:55.244" v="60" actId="47"/>
        <pc:sldMkLst>
          <pc:docMk/>
          <pc:sldMk cId="1689573710" sldId="302"/>
        </pc:sldMkLst>
      </pc:sldChg>
      <pc:sldChg chg="del">
        <pc:chgData name="THISSIANY BEATRIZ ALMEIDA" userId="2dcd9e37-326d-4709-acd7-5ac3ef4a188f" providerId="ADAL" clId="{CAC3F9D1-4B58-480C-BB5E-876EAAD5B02A}" dt="2024-03-31T20:57:56.071" v="61" actId="47"/>
        <pc:sldMkLst>
          <pc:docMk/>
          <pc:sldMk cId="2047462940" sldId="303"/>
        </pc:sldMkLst>
      </pc:sldChg>
      <pc:sldChg chg="del">
        <pc:chgData name="THISSIANY BEATRIZ ALMEIDA" userId="2dcd9e37-326d-4709-acd7-5ac3ef4a188f" providerId="ADAL" clId="{CAC3F9D1-4B58-480C-BB5E-876EAAD5B02A}" dt="2024-03-31T20:57:56.443" v="62" actId="47"/>
        <pc:sldMkLst>
          <pc:docMk/>
          <pc:sldMk cId="2898790903" sldId="304"/>
        </pc:sldMkLst>
      </pc:sldChg>
      <pc:sldChg chg="del">
        <pc:chgData name="THISSIANY BEATRIZ ALMEIDA" userId="2dcd9e37-326d-4709-acd7-5ac3ef4a188f" providerId="ADAL" clId="{CAC3F9D1-4B58-480C-BB5E-876EAAD5B02A}" dt="2024-03-31T20:57:56.979" v="63" actId="47"/>
        <pc:sldMkLst>
          <pc:docMk/>
          <pc:sldMk cId="473095940" sldId="305"/>
        </pc:sldMkLst>
      </pc:sldChg>
      <pc:sldChg chg="modSp mod">
        <pc:chgData name="THISSIANY BEATRIZ ALMEIDA" userId="2dcd9e37-326d-4709-acd7-5ac3ef4a188f" providerId="ADAL" clId="{CAC3F9D1-4B58-480C-BB5E-876EAAD5B02A}" dt="2024-03-31T22:00:42.145" v="3991" actId="20577"/>
        <pc:sldMkLst>
          <pc:docMk/>
          <pc:sldMk cId="220816497" sldId="306"/>
        </pc:sldMkLst>
        <pc:spChg chg="mod">
          <ac:chgData name="THISSIANY BEATRIZ ALMEIDA" userId="2dcd9e37-326d-4709-acd7-5ac3ef4a188f" providerId="ADAL" clId="{CAC3F9D1-4B58-480C-BB5E-876EAAD5B02A}" dt="2024-03-31T22:00:42.145" v="3991" actId="20577"/>
          <ac:spMkLst>
            <pc:docMk/>
            <pc:sldMk cId="220816497" sldId="306"/>
            <ac:spMk id="3" creationId="{4AC60B31-2446-480C-4F18-F64B44E177FA}"/>
          </ac:spMkLst>
        </pc:spChg>
      </pc:sldChg>
      <pc:sldChg chg="modSp mod">
        <pc:chgData name="THISSIANY BEATRIZ ALMEIDA" userId="2dcd9e37-326d-4709-acd7-5ac3ef4a188f" providerId="ADAL" clId="{CAC3F9D1-4B58-480C-BB5E-876EAAD5B02A}" dt="2024-03-31T22:10:00.887" v="4276" actId="20577"/>
        <pc:sldMkLst>
          <pc:docMk/>
          <pc:sldMk cId="2419189126" sldId="307"/>
        </pc:sldMkLst>
        <pc:spChg chg="mod">
          <ac:chgData name="THISSIANY BEATRIZ ALMEIDA" userId="2dcd9e37-326d-4709-acd7-5ac3ef4a188f" providerId="ADAL" clId="{CAC3F9D1-4B58-480C-BB5E-876EAAD5B02A}" dt="2024-03-31T22:10:00.887" v="4276" actId="20577"/>
          <ac:spMkLst>
            <pc:docMk/>
            <pc:sldMk cId="2419189126" sldId="307"/>
            <ac:spMk id="3" creationId="{4AC60B31-2446-480C-4F18-F64B44E177FA}"/>
          </ac:spMkLst>
        </pc:spChg>
      </pc:sldChg>
      <pc:sldChg chg="del">
        <pc:chgData name="THISSIANY BEATRIZ ALMEIDA" userId="2dcd9e37-326d-4709-acd7-5ac3ef4a188f" providerId="ADAL" clId="{CAC3F9D1-4B58-480C-BB5E-876EAAD5B02A}" dt="2024-03-31T20:58:14.004" v="70" actId="47"/>
        <pc:sldMkLst>
          <pc:docMk/>
          <pc:sldMk cId="1635238173" sldId="308"/>
        </pc:sldMkLst>
      </pc:sldChg>
      <pc:sldChg chg="modSp mod">
        <pc:chgData name="THISSIANY BEATRIZ ALMEIDA" userId="2dcd9e37-326d-4709-acd7-5ac3ef4a188f" providerId="ADAL" clId="{CAC3F9D1-4B58-480C-BB5E-876EAAD5B02A}" dt="2024-03-31T23:13:23.310" v="6857" actId="20577"/>
        <pc:sldMkLst>
          <pc:docMk/>
          <pc:sldMk cId="601641080" sldId="309"/>
        </pc:sldMkLst>
        <pc:spChg chg="mod">
          <ac:chgData name="THISSIANY BEATRIZ ALMEIDA" userId="2dcd9e37-326d-4709-acd7-5ac3ef4a188f" providerId="ADAL" clId="{CAC3F9D1-4B58-480C-BB5E-876EAAD5B02A}" dt="2024-03-31T23:13:23.310" v="6857" actId="20577"/>
          <ac:spMkLst>
            <pc:docMk/>
            <pc:sldMk cId="601641080" sldId="309"/>
            <ac:spMk id="3" creationId="{4AC60B31-2446-480C-4F18-F64B44E177FA}"/>
          </ac:spMkLst>
        </pc:spChg>
      </pc:sldChg>
      <pc:sldChg chg="del">
        <pc:chgData name="THISSIANY BEATRIZ ALMEIDA" userId="2dcd9e37-326d-4709-acd7-5ac3ef4a188f" providerId="ADAL" clId="{CAC3F9D1-4B58-480C-BB5E-876EAAD5B02A}" dt="2024-03-31T20:57:50.693" v="34" actId="47"/>
        <pc:sldMkLst>
          <pc:docMk/>
          <pc:sldMk cId="10786996" sldId="310"/>
        </pc:sldMkLst>
      </pc:sldChg>
      <pc:sldChg chg="modSp add mod">
        <pc:chgData name="THISSIANY BEATRIZ ALMEIDA" userId="2dcd9e37-326d-4709-acd7-5ac3ef4a188f" providerId="ADAL" clId="{CAC3F9D1-4B58-480C-BB5E-876EAAD5B02A}" dt="2024-03-31T23:21:09.779" v="7958" actId="20577"/>
        <pc:sldMkLst>
          <pc:docMk/>
          <pc:sldMk cId="1700231548" sldId="310"/>
        </pc:sldMkLst>
        <pc:spChg chg="mod">
          <ac:chgData name="THISSIANY BEATRIZ ALMEIDA" userId="2dcd9e37-326d-4709-acd7-5ac3ef4a188f" providerId="ADAL" clId="{CAC3F9D1-4B58-480C-BB5E-876EAAD5B02A}" dt="2024-03-31T21:11:40.798" v="1222" actId="20577"/>
          <ac:spMkLst>
            <pc:docMk/>
            <pc:sldMk cId="1700231548" sldId="310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CAC3F9D1-4B58-480C-BB5E-876EAAD5B02A}" dt="2024-03-31T23:21:09.779" v="7958" actId="20577"/>
          <ac:spMkLst>
            <pc:docMk/>
            <pc:sldMk cId="1700231548" sldId="310"/>
            <ac:spMk id="4" creationId="{71C08C84-8944-92FB-1EED-28F3C5C2825D}"/>
          </ac:spMkLst>
        </pc:spChg>
      </pc:sldChg>
      <pc:sldChg chg="modSp add mod">
        <pc:chgData name="THISSIANY BEATRIZ ALMEIDA" userId="2dcd9e37-326d-4709-acd7-5ac3ef4a188f" providerId="ADAL" clId="{CAC3F9D1-4B58-480C-BB5E-876EAAD5B02A}" dt="2024-03-31T21:14:21.462" v="1720" actId="113"/>
        <pc:sldMkLst>
          <pc:docMk/>
          <pc:sldMk cId="1134500991" sldId="311"/>
        </pc:sldMkLst>
        <pc:spChg chg="mod">
          <ac:chgData name="THISSIANY BEATRIZ ALMEIDA" userId="2dcd9e37-326d-4709-acd7-5ac3ef4a188f" providerId="ADAL" clId="{CAC3F9D1-4B58-480C-BB5E-876EAAD5B02A}" dt="2024-03-31T21:14:21.462" v="1720" actId="113"/>
          <ac:spMkLst>
            <pc:docMk/>
            <pc:sldMk cId="1134500991" sldId="311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CAC3F9D1-4B58-480C-BB5E-876EAAD5B02A}" dt="2024-03-31T21:12:15.768" v="1250" actId="20577"/>
          <ac:spMkLst>
            <pc:docMk/>
            <pc:sldMk cId="1134500991" sldId="311"/>
            <ac:spMk id="4" creationId="{71C08C84-8944-92FB-1EED-28F3C5C2825D}"/>
          </ac:spMkLst>
        </pc:spChg>
      </pc:sldChg>
      <pc:sldChg chg="del">
        <pc:chgData name="THISSIANY BEATRIZ ALMEIDA" userId="2dcd9e37-326d-4709-acd7-5ac3ef4a188f" providerId="ADAL" clId="{CAC3F9D1-4B58-480C-BB5E-876EAAD5B02A}" dt="2024-03-31T20:57:51.123" v="35" actId="47"/>
        <pc:sldMkLst>
          <pc:docMk/>
          <pc:sldMk cId="3467826012" sldId="311"/>
        </pc:sldMkLst>
      </pc:sldChg>
      <pc:sldChg chg="addSp delSp modSp add mod setBg">
        <pc:chgData name="THISSIANY BEATRIZ ALMEIDA" userId="2dcd9e37-326d-4709-acd7-5ac3ef4a188f" providerId="ADAL" clId="{CAC3F9D1-4B58-480C-BB5E-876EAAD5B02A}" dt="2024-03-31T21:20:45.922" v="2052" actId="20577"/>
        <pc:sldMkLst>
          <pc:docMk/>
          <pc:sldMk cId="251971239" sldId="312"/>
        </pc:sldMkLst>
        <pc:spChg chg="mod">
          <ac:chgData name="THISSIANY BEATRIZ ALMEIDA" userId="2dcd9e37-326d-4709-acd7-5ac3ef4a188f" providerId="ADAL" clId="{CAC3F9D1-4B58-480C-BB5E-876EAAD5B02A}" dt="2024-03-31T21:16:27.037" v="1965" actId="26606"/>
          <ac:spMkLst>
            <pc:docMk/>
            <pc:sldMk cId="251971239" sldId="312"/>
            <ac:spMk id="2" creationId="{F4F74925-2E15-C761-2CC6-22E98C234A97}"/>
          </ac:spMkLst>
        </pc:spChg>
        <pc:spChg chg="mod ord">
          <ac:chgData name="THISSIANY BEATRIZ ALMEIDA" userId="2dcd9e37-326d-4709-acd7-5ac3ef4a188f" providerId="ADAL" clId="{CAC3F9D1-4B58-480C-BB5E-876EAAD5B02A}" dt="2024-03-31T21:19:48.132" v="2008" actId="113"/>
          <ac:spMkLst>
            <pc:docMk/>
            <pc:sldMk cId="251971239" sldId="312"/>
            <ac:spMk id="3" creationId="{4AC60B31-2446-480C-4F18-F64B44E177FA}"/>
          </ac:spMkLst>
        </pc:spChg>
        <pc:spChg chg="add del">
          <ac:chgData name="THISSIANY BEATRIZ ALMEIDA" userId="2dcd9e37-326d-4709-acd7-5ac3ef4a188f" providerId="ADAL" clId="{CAC3F9D1-4B58-480C-BB5E-876EAAD5B02A}" dt="2024-03-31T21:16:27.037" v="1965" actId="26606"/>
          <ac:spMkLst>
            <pc:docMk/>
            <pc:sldMk cId="251971239" sldId="312"/>
            <ac:spMk id="4" creationId="{71C08C84-8944-92FB-1EED-28F3C5C2825D}"/>
          </ac:spMkLst>
        </pc:spChg>
        <pc:spChg chg="add del mod">
          <ac:chgData name="THISSIANY BEATRIZ ALMEIDA" userId="2dcd9e37-326d-4709-acd7-5ac3ef4a188f" providerId="ADAL" clId="{CAC3F9D1-4B58-480C-BB5E-876EAAD5B02A}" dt="2024-03-31T21:19:08.737" v="2004" actId="478"/>
          <ac:spMkLst>
            <pc:docMk/>
            <pc:sldMk cId="251971239" sldId="312"/>
            <ac:spMk id="7" creationId="{57C16F5A-FDBB-7737-D727-F6CBAD0FBCE4}"/>
          </ac:spMkLst>
        </pc:spChg>
        <pc:spChg chg="add mod">
          <ac:chgData name="THISSIANY BEATRIZ ALMEIDA" userId="2dcd9e37-326d-4709-acd7-5ac3ef4a188f" providerId="ADAL" clId="{CAC3F9D1-4B58-480C-BB5E-876EAAD5B02A}" dt="2024-03-31T21:18:54.753" v="2003" actId="255"/>
          <ac:spMkLst>
            <pc:docMk/>
            <pc:sldMk cId="251971239" sldId="312"/>
            <ac:spMk id="8" creationId="{70ED3392-5DAD-DF87-7137-8CD6B9394DA5}"/>
          </ac:spMkLst>
        </pc:spChg>
        <pc:spChg chg="add mod">
          <ac:chgData name="THISSIANY BEATRIZ ALMEIDA" userId="2dcd9e37-326d-4709-acd7-5ac3ef4a188f" providerId="ADAL" clId="{CAC3F9D1-4B58-480C-BB5E-876EAAD5B02A}" dt="2024-03-31T21:19:36.522" v="2007" actId="208"/>
          <ac:spMkLst>
            <pc:docMk/>
            <pc:sldMk cId="251971239" sldId="312"/>
            <ac:spMk id="9" creationId="{BD6BF25B-A14D-76DD-0CDB-5B511EAD89A1}"/>
          </ac:spMkLst>
        </pc:spChg>
        <pc:spChg chg="add del">
          <ac:chgData name="THISSIANY BEATRIZ ALMEIDA" userId="2dcd9e37-326d-4709-acd7-5ac3ef4a188f" providerId="ADAL" clId="{CAC3F9D1-4B58-480C-BB5E-876EAAD5B02A}" dt="2024-03-31T21:16:27.037" v="1965" actId="26606"/>
          <ac:spMkLst>
            <pc:docMk/>
            <pc:sldMk cId="251971239" sldId="312"/>
            <ac:spMk id="11" creationId="{9D25F302-27C5-414F-97F8-6EA0A6C028BA}"/>
          </ac:spMkLst>
        </pc:spChg>
        <pc:spChg chg="add del">
          <ac:chgData name="THISSIANY BEATRIZ ALMEIDA" userId="2dcd9e37-326d-4709-acd7-5ac3ef4a188f" providerId="ADAL" clId="{CAC3F9D1-4B58-480C-BB5E-876EAAD5B02A}" dt="2024-03-31T21:16:27.037" v="1965" actId="26606"/>
          <ac:spMkLst>
            <pc:docMk/>
            <pc:sldMk cId="251971239" sldId="312"/>
            <ac:spMk id="13" creationId="{830A36F8-48C2-4842-A87B-8CE8DF4E7FD2}"/>
          </ac:spMkLst>
        </pc:spChg>
        <pc:spChg chg="add mod">
          <ac:chgData name="THISSIANY BEATRIZ ALMEIDA" userId="2dcd9e37-326d-4709-acd7-5ac3ef4a188f" providerId="ADAL" clId="{CAC3F9D1-4B58-480C-BB5E-876EAAD5B02A}" dt="2024-03-31T21:20:45.922" v="2052" actId="20577"/>
          <ac:spMkLst>
            <pc:docMk/>
            <pc:sldMk cId="251971239" sldId="312"/>
            <ac:spMk id="14" creationId="{0E75CE90-9F65-FDF4-6E50-69161B1B4A97}"/>
          </ac:spMkLst>
        </pc:spChg>
        <pc:spChg chg="add del">
          <ac:chgData name="THISSIANY BEATRIZ ALMEIDA" userId="2dcd9e37-326d-4709-acd7-5ac3ef4a188f" providerId="ADAL" clId="{CAC3F9D1-4B58-480C-BB5E-876EAAD5B02A}" dt="2024-03-31T21:16:27.037" v="1965" actId="26606"/>
          <ac:spMkLst>
            <pc:docMk/>
            <pc:sldMk cId="251971239" sldId="312"/>
            <ac:spMk id="15" creationId="{8F451A30-466B-4996-9BA5-CD6ABCC6D558}"/>
          </ac:spMkLst>
        </pc:spChg>
        <pc:spChg chg="add mod">
          <ac:chgData name="THISSIANY BEATRIZ ALMEIDA" userId="2dcd9e37-326d-4709-acd7-5ac3ef4a188f" providerId="ADAL" clId="{CAC3F9D1-4B58-480C-BB5E-876EAAD5B02A}" dt="2024-03-31T21:20:18.718" v="2012" actId="1076"/>
          <ac:spMkLst>
            <pc:docMk/>
            <pc:sldMk cId="251971239" sldId="312"/>
            <ac:spMk id="16" creationId="{F3831F1A-8ECB-BCBB-F2E4-92EE890A8ADB}"/>
          </ac:spMkLst>
        </pc:spChg>
        <pc:picChg chg="add mod">
          <ac:chgData name="THISSIANY BEATRIZ ALMEIDA" userId="2dcd9e37-326d-4709-acd7-5ac3ef4a188f" providerId="ADAL" clId="{CAC3F9D1-4B58-480C-BB5E-876EAAD5B02A}" dt="2024-03-31T21:17:33.792" v="1982" actId="1076"/>
          <ac:picMkLst>
            <pc:docMk/>
            <pc:sldMk cId="251971239" sldId="312"/>
            <ac:picMk id="6" creationId="{484DBFA4-A4AB-F362-CE9B-14DF7C21A807}"/>
          </ac:picMkLst>
        </pc:picChg>
        <pc:picChg chg="add del">
          <ac:chgData name="THISSIANY BEATRIZ ALMEIDA" userId="2dcd9e37-326d-4709-acd7-5ac3ef4a188f" providerId="ADAL" clId="{CAC3F9D1-4B58-480C-BB5E-876EAAD5B02A}" dt="2024-03-31T21:20:02.078" v="2010" actId="22"/>
          <ac:picMkLst>
            <pc:docMk/>
            <pc:sldMk cId="251971239" sldId="312"/>
            <ac:picMk id="12" creationId="{53FB273D-DA07-BA0A-D862-E68F1FF7DADC}"/>
          </ac:picMkLst>
        </pc:picChg>
      </pc:sldChg>
      <pc:sldChg chg="del">
        <pc:chgData name="THISSIANY BEATRIZ ALMEIDA" userId="2dcd9e37-326d-4709-acd7-5ac3ef4a188f" providerId="ADAL" clId="{CAC3F9D1-4B58-480C-BB5E-876EAAD5B02A}" dt="2024-03-31T20:58:12.454" v="69" actId="47"/>
        <pc:sldMkLst>
          <pc:docMk/>
          <pc:sldMk cId="1551698382" sldId="312"/>
        </pc:sldMkLst>
      </pc:sldChg>
      <pc:sldChg chg="addSp delSp modSp add mod">
        <pc:chgData name="THISSIANY BEATRIZ ALMEIDA" userId="2dcd9e37-326d-4709-acd7-5ac3ef4a188f" providerId="ADAL" clId="{CAC3F9D1-4B58-480C-BB5E-876EAAD5B02A}" dt="2024-03-31T21:24:27.022" v="2371" actId="1076"/>
        <pc:sldMkLst>
          <pc:docMk/>
          <pc:sldMk cId="1310507854" sldId="313"/>
        </pc:sldMkLst>
        <pc:spChg chg="mod">
          <ac:chgData name="THISSIANY BEATRIZ ALMEIDA" userId="2dcd9e37-326d-4709-acd7-5ac3ef4a188f" providerId="ADAL" clId="{CAC3F9D1-4B58-480C-BB5E-876EAAD5B02A}" dt="2024-03-31T21:22:57.392" v="2366" actId="20577"/>
          <ac:spMkLst>
            <pc:docMk/>
            <pc:sldMk cId="1310507854" sldId="313"/>
            <ac:spMk id="3" creationId="{4AC60B31-2446-480C-4F18-F64B44E177FA}"/>
          </ac:spMkLst>
        </pc:spChg>
        <pc:spChg chg="del">
          <ac:chgData name="THISSIANY BEATRIZ ALMEIDA" userId="2dcd9e37-326d-4709-acd7-5ac3ef4a188f" providerId="ADAL" clId="{CAC3F9D1-4B58-480C-BB5E-876EAAD5B02A}" dt="2024-03-31T21:22:05.356" v="2058" actId="478"/>
          <ac:spMkLst>
            <pc:docMk/>
            <pc:sldMk cId="1310507854" sldId="313"/>
            <ac:spMk id="8" creationId="{70ED3392-5DAD-DF87-7137-8CD6B9394DA5}"/>
          </ac:spMkLst>
        </pc:spChg>
        <pc:spChg chg="del">
          <ac:chgData name="THISSIANY BEATRIZ ALMEIDA" userId="2dcd9e37-326d-4709-acd7-5ac3ef4a188f" providerId="ADAL" clId="{CAC3F9D1-4B58-480C-BB5E-876EAAD5B02A}" dt="2024-03-31T21:21:56.993" v="2055" actId="478"/>
          <ac:spMkLst>
            <pc:docMk/>
            <pc:sldMk cId="1310507854" sldId="313"/>
            <ac:spMk id="9" creationId="{BD6BF25B-A14D-76DD-0CDB-5B511EAD89A1}"/>
          </ac:spMkLst>
        </pc:spChg>
        <pc:spChg chg="del">
          <ac:chgData name="THISSIANY BEATRIZ ALMEIDA" userId="2dcd9e37-326d-4709-acd7-5ac3ef4a188f" providerId="ADAL" clId="{CAC3F9D1-4B58-480C-BB5E-876EAAD5B02A}" dt="2024-03-31T21:22:02.194" v="2057" actId="478"/>
          <ac:spMkLst>
            <pc:docMk/>
            <pc:sldMk cId="1310507854" sldId="313"/>
            <ac:spMk id="14" creationId="{0E75CE90-9F65-FDF4-6E50-69161B1B4A97}"/>
          </ac:spMkLst>
        </pc:spChg>
        <pc:spChg chg="del">
          <ac:chgData name="THISSIANY BEATRIZ ALMEIDA" userId="2dcd9e37-326d-4709-acd7-5ac3ef4a188f" providerId="ADAL" clId="{CAC3F9D1-4B58-480C-BB5E-876EAAD5B02A}" dt="2024-03-31T21:21:59.503" v="2056" actId="478"/>
          <ac:spMkLst>
            <pc:docMk/>
            <pc:sldMk cId="1310507854" sldId="313"/>
            <ac:spMk id="16" creationId="{F3831F1A-8ECB-BCBB-F2E4-92EE890A8ADB}"/>
          </ac:spMkLst>
        </pc:spChg>
        <pc:picChg chg="del">
          <ac:chgData name="THISSIANY BEATRIZ ALMEIDA" userId="2dcd9e37-326d-4709-acd7-5ac3ef4a188f" providerId="ADAL" clId="{CAC3F9D1-4B58-480C-BB5E-876EAAD5B02A}" dt="2024-03-31T21:21:55.195" v="2054" actId="478"/>
          <ac:picMkLst>
            <pc:docMk/>
            <pc:sldMk cId="1310507854" sldId="313"/>
            <ac:picMk id="6" creationId="{484DBFA4-A4AB-F362-CE9B-14DF7C21A807}"/>
          </ac:picMkLst>
        </pc:picChg>
        <pc:picChg chg="add mod">
          <ac:chgData name="THISSIANY BEATRIZ ALMEIDA" userId="2dcd9e37-326d-4709-acd7-5ac3ef4a188f" providerId="ADAL" clId="{CAC3F9D1-4B58-480C-BB5E-876EAAD5B02A}" dt="2024-03-31T21:24:27.022" v="2371" actId="1076"/>
          <ac:picMkLst>
            <pc:docMk/>
            <pc:sldMk cId="1310507854" sldId="313"/>
            <ac:picMk id="7" creationId="{A2AE3F6D-5386-236A-5CF7-1D244E466742}"/>
          </ac:picMkLst>
        </pc:picChg>
      </pc:sldChg>
      <pc:sldChg chg="del">
        <pc:chgData name="THISSIANY BEATRIZ ALMEIDA" userId="2dcd9e37-326d-4709-acd7-5ac3ef4a188f" providerId="ADAL" clId="{CAC3F9D1-4B58-480C-BB5E-876EAAD5B02A}" dt="2024-03-31T20:57:52.388" v="42" actId="47"/>
        <pc:sldMkLst>
          <pc:docMk/>
          <pc:sldMk cId="3608897556" sldId="313"/>
        </pc:sldMkLst>
      </pc:sldChg>
      <pc:sldChg chg="del">
        <pc:chgData name="THISSIANY BEATRIZ ALMEIDA" userId="2dcd9e37-326d-4709-acd7-5ac3ef4a188f" providerId="ADAL" clId="{CAC3F9D1-4B58-480C-BB5E-876EAAD5B02A}" dt="2024-03-31T20:57:53.349" v="48" actId="47"/>
        <pc:sldMkLst>
          <pc:docMk/>
          <pc:sldMk cId="2705800479" sldId="314"/>
        </pc:sldMkLst>
      </pc:sldChg>
      <pc:sldChg chg="addSp delSp modSp add mod">
        <pc:chgData name="THISSIANY BEATRIZ ALMEIDA" userId="2dcd9e37-326d-4709-acd7-5ac3ef4a188f" providerId="ADAL" clId="{CAC3F9D1-4B58-480C-BB5E-876EAAD5B02A}" dt="2024-03-31T21:28:26.361" v="2573" actId="207"/>
        <pc:sldMkLst>
          <pc:docMk/>
          <pc:sldMk cId="3677402566" sldId="314"/>
        </pc:sldMkLst>
        <pc:spChg chg="mod">
          <ac:chgData name="THISSIANY BEATRIZ ALMEIDA" userId="2dcd9e37-326d-4709-acd7-5ac3ef4a188f" providerId="ADAL" clId="{CAC3F9D1-4B58-480C-BB5E-876EAAD5B02A}" dt="2024-03-31T21:26:11.139" v="2554" actId="20577"/>
          <ac:spMkLst>
            <pc:docMk/>
            <pc:sldMk cId="3677402566" sldId="314"/>
            <ac:spMk id="3" creationId="{4AC60B31-2446-480C-4F18-F64B44E177FA}"/>
          </ac:spMkLst>
        </pc:spChg>
        <pc:spChg chg="add mod">
          <ac:chgData name="THISSIANY BEATRIZ ALMEIDA" userId="2dcd9e37-326d-4709-acd7-5ac3ef4a188f" providerId="ADAL" clId="{CAC3F9D1-4B58-480C-BB5E-876EAAD5B02A}" dt="2024-03-31T21:28:26.361" v="2573" actId="207"/>
          <ac:spMkLst>
            <pc:docMk/>
            <pc:sldMk cId="3677402566" sldId="314"/>
            <ac:spMk id="9" creationId="{3F1084C9-96FD-37E7-21E5-A96C110A720A}"/>
          </ac:spMkLst>
        </pc:spChg>
        <pc:picChg chg="add mod">
          <ac:chgData name="THISSIANY BEATRIZ ALMEIDA" userId="2dcd9e37-326d-4709-acd7-5ac3ef4a188f" providerId="ADAL" clId="{CAC3F9D1-4B58-480C-BB5E-876EAAD5B02A}" dt="2024-03-31T21:27:58.056" v="2568" actId="1582"/>
          <ac:picMkLst>
            <pc:docMk/>
            <pc:sldMk cId="3677402566" sldId="314"/>
            <ac:picMk id="5" creationId="{17E00D8F-8335-756E-0FA5-ACC448219550}"/>
          </ac:picMkLst>
        </pc:picChg>
        <pc:picChg chg="del">
          <ac:chgData name="THISSIANY BEATRIZ ALMEIDA" userId="2dcd9e37-326d-4709-acd7-5ac3ef4a188f" providerId="ADAL" clId="{CAC3F9D1-4B58-480C-BB5E-876EAAD5B02A}" dt="2024-03-31T21:26:23.657" v="2555" actId="478"/>
          <ac:picMkLst>
            <pc:docMk/>
            <pc:sldMk cId="3677402566" sldId="314"/>
            <ac:picMk id="7" creationId="{A2AE3F6D-5386-236A-5CF7-1D244E466742}"/>
          </ac:picMkLst>
        </pc:picChg>
        <pc:picChg chg="add mod">
          <ac:chgData name="THISSIANY BEATRIZ ALMEIDA" userId="2dcd9e37-326d-4709-acd7-5ac3ef4a188f" providerId="ADAL" clId="{CAC3F9D1-4B58-480C-BB5E-876EAAD5B02A}" dt="2024-03-31T21:27:46.842" v="2567" actId="1582"/>
          <ac:picMkLst>
            <pc:docMk/>
            <pc:sldMk cId="3677402566" sldId="314"/>
            <ac:picMk id="8" creationId="{C567B5A8-0D73-EF62-F046-D50D0362AD62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33:20.335" v="2842" actId="1076"/>
        <pc:sldMkLst>
          <pc:docMk/>
          <pc:sldMk cId="13650696" sldId="315"/>
        </pc:sldMkLst>
        <pc:spChg chg="mod">
          <ac:chgData name="THISSIANY BEATRIZ ALMEIDA" userId="2dcd9e37-326d-4709-acd7-5ac3ef4a188f" providerId="ADAL" clId="{CAC3F9D1-4B58-480C-BB5E-876EAAD5B02A}" dt="2024-03-31T21:31:16.898" v="2834" actId="20577"/>
          <ac:spMkLst>
            <pc:docMk/>
            <pc:sldMk cId="13650696" sldId="315"/>
            <ac:spMk id="3" creationId="{4AC60B31-2446-480C-4F18-F64B44E177FA}"/>
          </ac:spMkLst>
        </pc:spChg>
        <pc:spChg chg="del">
          <ac:chgData name="THISSIANY BEATRIZ ALMEIDA" userId="2dcd9e37-326d-4709-acd7-5ac3ef4a188f" providerId="ADAL" clId="{CAC3F9D1-4B58-480C-BB5E-876EAAD5B02A}" dt="2024-03-31T21:29:13.067" v="2575" actId="478"/>
          <ac:spMkLst>
            <pc:docMk/>
            <pc:sldMk cId="13650696" sldId="315"/>
            <ac:spMk id="9" creationId="{3F1084C9-96FD-37E7-21E5-A96C110A720A}"/>
          </ac:spMkLst>
        </pc:spChg>
        <pc:spChg chg="add mod">
          <ac:chgData name="THISSIANY BEATRIZ ALMEIDA" userId="2dcd9e37-326d-4709-acd7-5ac3ef4a188f" providerId="ADAL" clId="{CAC3F9D1-4B58-480C-BB5E-876EAAD5B02A}" dt="2024-03-31T21:32:54.406" v="2841" actId="164"/>
          <ac:spMkLst>
            <pc:docMk/>
            <pc:sldMk cId="13650696" sldId="315"/>
            <ac:spMk id="10" creationId="{91F99326-8908-BFBE-8B4E-8BA82B980D9B}"/>
          </ac:spMkLst>
        </pc:spChg>
        <pc:grpChg chg="add mod">
          <ac:chgData name="THISSIANY BEATRIZ ALMEIDA" userId="2dcd9e37-326d-4709-acd7-5ac3ef4a188f" providerId="ADAL" clId="{CAC3F9D1-4B58-480C-BB5E-876EAAD5B02A}" dt="2024-03-31T21:33:20.335" v="2842" actId="1076"/>
          <ac:grpSpMkLst>
            <pc:docMk/>
            <pc:sldMk cId="13650696" sldId="315"/>
            <ac:grpSpMk id="11" creationId="{CA666D64-D386-5C05-A355-4A64CFD3255D}"/>
          </ac:grpSpMkLst>
        </pc:grpChg>
        <pc:picChg chg="del">
          <ac:chgData name="THISSIANY BEATRIZ ALMEIDA" userId="2dcd9e37-326d-4709-acd7-5ac3ef4a188f" providerId="ADAL" clId="{CAC3F9D1-4B58-480C-BB5E-876EAAD5B02A}" dt="2024-03-31T21:29:15.101" v="2576" actId="478"/>
          <ac:picMkLst>
            <pc:docMk/>
            <pc:sldMk cId="13650696" sldId="315"/>
            <ac:picMk id="5" creationId="{17E00D8F-8335-756E-0FA5-ACC448219550}"/>
          </ac:picMkLst>
        </pc:picChg>
        <pc:picChg chg="add mod">
          <ac:chgData name="THISSIANY BEATRIZ ALMEIDA" userId="2dcd9e37-326d-4709-acd7-5ac3ef4a188f" providerId="ADAL" clId="{CAC3F9D1-4B58-480C-BB5E-876EAAD5B02A}" dt="2024-03-31T21:32:54.406" v="2841" actId="164"/>
          <ac:picMkLst>
            <pc:docMk/>
            <pc:sldMk cId="13650696" sldId="315"/>
            <ac:picMk id="7" creationId="{0D28BB2F-2591-E837-CE6F-FC3C2CC933CA}"/>
          </ac:picMkLst>
        </pc:picChg>
        <pc:picChg chg="del">
          <ac:chgData name="THISSIANY BEATRIZ ALMEIDA" userId="2dcd9e37-326d-4709-acd7-5ac3ef4a188f" providerId="ADAL" clId="{CAC3F9D1-4B58-480C-BB5E-876EAAD5B02A}" dt="2024-03-31T21:29:13.067" v="2575" actId="478"/>
          <ac:picMkLst>
            <pc:docMk/>
            <pc:sldMk cId="13650696" sldId="315"/>
            <ac:picMk id="8" creationId="{C567B5A8-0D73-EF62-F046-D50D0362AD62}"/>
          </ac:picMkLst>
        </pc:picChg>
      </pc:sldChg>
      <pc:sldChg chg="del">
        <pc:chgData name="THISSIANY BEATRIZ ALMEIDA" userId="2dcd9e37-326d-4709-acd7-5ac3ef4a188f" providerId="ADAL" clId="{CAC3F9D1-4B58-480C-BB5E-876EAAD5B02A}" dt="2024-03-31T20:57:54.297" v="54" actId="47"/>
        <pc:sldMkLst>
          <pc:docMk/>
          <pc:sldMk cId="1195858664" sldId="315"/>
        </pc:sldMkLst>
      </pc:sldChg>
      <pc:sldChg chg="addSp delSp modSp add mod">
        <pc:chgData name="THISSIANY BEATRIZ ALMEIDA" userId="2dcd9e37-326d-4709-acd7-5ac3ef4a188f" providerId="ADAL" clId="{CAC3F9D1-4B58-480C-BB5E-876EAAD5B02A}" dt="2024-03-31T21:35:10.806" v="2852" actId="164"/>
        <pc:sldMkLst>
          <pc:docMk/>
          <pc:sldMk cId="480959483" sldId="316"/>
        </pc:sldMkLst>
        <pc:spChg chg="add mod">
          <ac:chgData name="THISSIANY BEATRIZ ALMEIDA" userId="2dcd9e37-326d-4709-acd7-5ac3ef4a188f" providerId="ADAL" clId="{CAC3F9D1-4B58-480C-BB5E-876EAAD5B02A}" dt="2024-03-31T21:35:10.806" v="2852" actId="164"/>
          <ac:spMkLst>
            <pc:docMk/>
            <pc:sldMk cId="480959483" sldId="316"/>
            <ac:spMk id="8" creationId="{4589A67B-4F95-E638-96EE-DA8385E5054A}"/>
          </ac:spMkLst>
        </pc:spChg>
        <pc:grpChg chg="add mod">
          <ac:chgData name="THISSIANY BEATRIZ ALMEIDA" userId="2dcd9e37-326d-4709-acd7-5ac3ef4a188f" providerId="ADAL" clId="{CAC3F9D1-4B58-480C-BB5E-876EAAD5B02A}" dt="2024-03-31T21:35:10.806" v="2852" actId="164"/>
          <ac:grpSpMkLst>
            <pc:docMk/>
            <pc:sldMk cId="480959483" sldId="316"/>
            <ac:grpSpMk id="9" creationId="{50F6DFA8-7DAC-EDAF-1DD3-9C6439292EF9}"/>
          </ac:grpSpMkLst>
        </pc:grpChg>
        <pc:grpChg chg="del">
          <ac:chgData name="THISSIANY BEATRIZ ALMEIDA" userId="2dcd9e37-326d-4709-acd7-5ac3ef4a188f" providerId="ADAL" clId="{CAC3F9D1-4B58-480C-BB5E-876EAAD5B02A}" dt="2024-03-31T21:34:36.346" v="2844" actId="478"/>
          <ac:grpSpMkLst>
            <pc:docMk/>
            <pc:sldMk cId="480959483" sldId="316"/>
            <ac:grpSpMk id="11" creationId="{CA666D64-D386-5C05-A355-4A64CFD3255D}"/>
          </ac:grpSpMkLst>
        </pc:grpChg>
        <pc:picChg chg="add mod">
          <ac:chgData name="THISSIANY BEATRIZ ALMEIDA" userId="2dcd9e37-326d-4709-acd7-5ac3ef4a188f" providerId="ADAL" clId="{CAC3F9D1-4B58-480C-BB5E-876EAAD5B02A}" dt="2024-03-31T21:35:10.806" v="2852" actId="164"/>
          <ac:picMkLst>
            <pc:docMk/>
            <pc:sldMk cId="480959483" sldId="316"/>
            <ac:picMk id="6" creationId="{4BDEADF4-F19A-D519-2539-7B3CFB8DF832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36:23.541" v="2857" actId="1076"/>
        <pc:sldMkLst>
          <pc:docMk/>
          <pc:sldMk cId="3958146103" sldId="317"/>
        </pc:sldMkLst>
        <pc:grpChg chg="del">
          <ac:chgData name="THISSIANY BEATRIZ ALMEIDA" userId="2dcd9e37-326d-4709-acd7-5ac3ef4a188f" providerId="ADAL" clId="{CAC3F9D1-4B58-480C-BB5E-876EAAD5B02A}" dt="2024-03-31T21:35:58.916" v="2854" actId="478"/>
          <ac:grpSpMkLst>
            <pc:docMk/>
            <pc:sldMk cId="3958146103" sldId="317"/>
            <ac:grpSpMk id="9" creationId="{50F6DFA8-7DAC-EDAF-1DD3-9C6439292EF9}"/>
          </ac:grpSpMkLst>
        </pc:grpChg>
        <pc:picChg chg="add mod">
          <ac:chgData name="THISSIANY BEATRIZ ALMEIDA" userId="2dcd9e37-326d-4709-acd7-5ac3ef4a188f" providerId="ADAL" clId="{CAC3F9D1-4B58-480C-BB5E-876EAAD5B02A}" dt="2024-03-31T21:36:23.541" v="2857" actId="1076"/>
          <ac:picMkLst>
            <pc:docMk/>
            <pc:sldMk cId="3958146103" sldId="317"/>
            <ac:picMk id="7" creationId="{D7DD614A-4CAA-FC6C-4780-A85063E34762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37:19.922" v="2862" actId="1076"/>
        <pc:sldMkLst>
          <pc:docMk/>
          <pc:sldMk cId="1604567135" sldId="318"/>
        </pc:sldMkLst>
        <pc:picChg chg="add mod">
          <ac:chgData name="THISSIANY BEATRIZ ALMEIDA" userId="2dcd9e37-326d-4709-acd7-5ac3ef4a188f" providerId="ADAL" clId="{CAC3F9D1-4B58-480C-BB5E-876EAAD5B02A}" dt="2024-03-31T21:37:19.922" v="2862" actId="1076"/>
          <ac:picMkLst>
            <pc:docMk/>
            <pc:sldMk cId="1604567135" sldId="318"/>
            <ac:picMk id="6" creationId="{34C98BBB-CC3F-17C8-24CD-33B2836A6DEF}"/>
          </ac:picMkLst>
        </pc:picChg>
        <pc:picChg chg="del">
          <ac:chgData name="THISSIANY BEATRIZ ALMEIDA" userId="2dcd9e37-326d-4709-acd7-5ac3ef4a188f" providerId="ADAL" clId="{CAC3F9D1-4B58-480C-BB5E-876EAAD5B02A}" dt="2024-03-31T21:37:01.156" v="2859" actId="478"/>
          <ac:picMkLst>
            <pc:docMk/>
            <pc:sldMk cId="1604567135" sldId="318"/>
            <ac:picMk id="7" creationId="{D7DD614A-4CAA-FC6C-4780-A85063E34762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41:46.306" v="2867" actId="1076"/>
        <pc:sldMkLst>
          <pc:docMk/>
          <pc:sldMk cId="3611396833" sldId="319"/>
        </pc:sldMkLst>
        <pc:picChg chg="del">
          <ac:chgData name="THISSIANY BEATRIZ ALMEIDA" userId="2dcd9e37-326d-4709-acd7-5ac3ef4a188f" providerId="ADAL" clId="{CAC3F9D1-4B58-480C-BB5E-876EAAD5B02A}" dt="2024-03-31T21:41:25.426" v="2864" actId="478"/>
          <ac:picMkLst>
            <pc:docMk/>
            <pc:sldMk cId="3611396833" sldId="319"/>
            <ac:picMk id="6" creationId="{34C98BBB-CC3F-17C8-24CD-33B2836A6DEF}"/>
          </ac:picMkLst>
        </pc:picChg>
        <pc:picChg chg="add mod">
          <ac:chgData name="THISSIANY BEATRIZ ALMEIDA" userId="2dcd9e37-326d-4709-acd7-5ac3ef4a188f" providerId="ADAL" clId="{CAC3F9D1-4B58-480C-BB5E-876EAAD5B02A}" dt="2024-03-31T21:41:46.306" v="2867" actId="1076"/>
          <ac:picMkLst>
            <pc:docMk/>
            <pc:sldMk cId="3611396833" sldId="319"/>
            <ac:picMk id="7" creationId="{087A4CF2-F11E-44AA-3BB4-28C3EC76A539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42:45.331" v="2874" actId="1076"/>
        <pc:sldMkLst>
          <pc:docMk/>
          <pc:sldMk cId="2798322380" sldId="320"/>
        </pc:sldMkLst>
        <pc:picChg chg="add mod">
          <ac:chgData name="THISSIANY BEATRIZ ALMEIDA" userId="2dcd9e37-326d-4709-acd7-5ac3ef4a188f" providerId="ADAL" clId="{CAC3F9D1-4B58-480C-BB5E-876EAAD5B02A}" dt="2024-03-31T21:42:45.331" v="2874" actId="1076"/>
          <ac:picMkLst>
            <pc:docMk/>
            <pc:sldMk cId="2798322380" sldId="320"/>
            <ac:picMk id="6" creationId="{4D775F83-986D-76E3-F65C-5A4EC825C58B}"/>
          </ac:picMkLst>
        </pc:picChg>
        <pc:picChg chg="del">
          <ac:chgData name="THISSIANY BEATRIZ ALMEIDA" userId="2dcd9e37-326d-4709-acd7-5ac3ef4a188f" providerId="ADAL" clId="{CAC3F9D1-4B58-480C-BB5E-876EAAD5B02A}" dt="2024-03-31T21:42:16.556" v="2869" actId="478"/>
          <ac:picMkLst>
            <pc:docMk/>
            <pc:sldMk cId="2798322380" sldId="320"/>
            <ac:picMk id="7" creationId="{087A4CF2-F11E-44AA-3BB4-28C3EC76A539}"/>
          </ac:picMkLst>
        </pc:picChg>
      </pc:sldChg>
      <pc:sldChg chg="addSp delSp modSp add mod">
        <pc:chgData name="THISSIANY BEATRIZ ALMEIDA" userId="2dcd9e37-326d-4709-acd7-5ac3ef4a188f" providerId="ADAL" clId="{CAC3F9D1-4B58-480C-BB5E-876EAAD5B02A}" dt="2024-03-31T21:43:21.851" v="2879" actId="1076"/>
        <pc:sldMkLst>
          <pc:docMk/>
          <pc:sldMk cId="611971773" sldId="321"/>
        </pc:sldMkLst>
        <pc:picChg chg="del">
          <ac:chgData name="THISSIANY BEATRIZ ALMEIDA" userId="2dcd9e37-326d-4709-acd7-5ac3ef4a188f" providerId="ADAL" clId="{CAC3F9D1-4B58-480C-BB5E-876EAAD5B02A}" dt="2024-03-31T21:43:00.897" v="2876" actId="478"/>
          <ac:picMkLst>
            <pc:docMk/>
            <pc:sldMk cId="611971773" sldId="321"/>
            <ac:picMk id="6" creationId="{4D775F83-986D-76E3-F65C-5A4EC825C58B}"/>
          </ac:picMkLst>
        </pc:picChg>
        <pc:picChg chg="add mod">
          <ac:chgData name="THISSIANY BEATRIZ ALMEIDA" userId="2dcd9e37-326d-4709-acd7-5ac3ef4a188f" providerId="ADAL" clId="{CAC3F9D1-4B58-480C-BB5E-876EAAD5B02A}" dt="2024-03-31T21:43:21.851" v="2879" actId="1076"/>
          <ac:picMkLst>
            <pc:docMk/>
            <pc:sldMk cId="611971773" sldId="321"/>
            <ac:picMk id="7" creationId="{1D74C277-84E8-CB4D-97C4-77596A772205}"/>
          </ac:picMkLst>
        </pc:picChg>
      </pc:sldChg>
      <pc:sldChg chg="modSp add mod">
        <pc:chgData name="THISSIANY BEATRIZ ALMEIDA" userId="2dcd9e37-326d-4709-acd7-5ac3ef4a188f" providerId="ADAL" clId="{CAC3F9D1-4B58-480C-BB5E-876EAAD5B02A}" dt="2024-03-31T22:15:11.029" v="5284" actId="113"/>
        <pc:sldMkLst>
          <pc:docMk/>
          <pc:sldMk cId="429964231" sldId="322"/>
        </pc:sldMkLst>
        <pc:spChg chg="mod">
          <ac:chgData name="THISSIANY BEATRIZ ALMEIDA" userId="2dcd9e37-326d-4709-acd7-5ac3ef4a188f" providerId="ADAL" clId="{CAC3F9D1-4B58-480C-BB5E-876EAAD5B02A}" dt="2024-03-31T22:15:11.029" v="5284" actId="113"/>
          <ac:spMkLst>
            <pc:docMk/>
            <pc:sldMk cId="429964231" sldId="322"/>
            <ac:spMk id="3" creationId="{4AC60B31-2446-480C-4F18-F64B44E177FA}"/>
          </ac:spMkLst>
        </pc:spChg>
        <pc:spChg chg="mod">
          <ac:chgData name="THISSIANY BEATRIZ ALMEIDA" userId="2dcd9e37-326d-4709-acd7-5ac3ef4a188f" providerId="ADAL" clId="{CAC3F9D1-4B58-480C-BB5E-876EAAD5B02A}" dt="2024-03-31T22:13:51.129" v="5043" actId="20577"/>
          <ac:spMkLst>
            <pc:docMk/>
            <pc:sldMk cId="429964231" sldId="322"/>
            <ac:spMk id="4" creationId="{71C08C84-8944-92FB-1EED-28F3C5C2825D}"/>
          </ac:spMkLst>
        </pc:spChg>
      </pc:sldChg>
      <pc:sldChg chg="addSp modSp add mod">
        <pc:chgData name="THISSIANY BEATRIZ ALMEIDA" userId="2dcd9e37-326d-4709-acd7-5ac3ef4a188f" providerId="ADAL" clId="{CAC3F9D1-4B58-480C-BB5E-876EAAD5B02A}" dt="2024-03-31T22:02:55.991" v="3996" actId="1582"/>
        <pc:sldMkLst>
          <pc:docMk/>
          <pc:sldMk cId="1793304817" sldId="323"/>
        </pc:sldMkLst>
        <pc:picChg chg="add mod">
          <ac:chgData name="THISSIANY BEATRIZ ALMEIDA" userId="2dcd9e37-326d-4709-acd7-5ac3ef4a188f" providerId="ADAL" clId="{CAC3F9D1-4B58-480C-BB5E-876EAAD5B02A}" dt="2024-03-31T22:02:55.991" v="3996" actId="1582"/>
          <ac:picMkLst>
            <pc:docMk/>
            <pc:sldMk cId="1793304817" sldId="323"/>
            <ac:picMk id="6" creationId="{503DC956-F5D9-940F-AF72-3307D936DDB3}"/>
          </ac:picMkLst>
        </pc:picChg>
      </pc:sldChg>
      <pc:sldChg chg="modSp add mod">
        <pc:chgData name="THISSIANY BEATRIZ ALMEIDA" userId="2dcd9e37-326d-4709-acd7-5ac3ef4a188f" providerId="ADAL" clId="{CAC3F9D1-4B58-480C-BB5E-876EAAD5B02A}" dt="2024-03-31T22:11:05.869" v="4495" actId="20577"/>
        <pc:sldMkLst>
          <pc:docMk/>
          <pc:sldMk cId="834124383" sldId="324"/>
        </pc:sldMkLst>
        <pc:spChg chg="mod">
          <ac:chgData name="THISSIANY BEATRIZ ALMEIDA" userId="2dcd9e37-326d-4709-acd7-5ac3ef4a188f" providerId="ADAL" clId="{CAC3F9D1-4B58-480C-BB5E-876EAAD5B02A}" dt="2024-03-31T22:11:05.869" v="4495" actId="20577"/>
          <ac:spMkLst>
            <pc:docMk/>
            <pc:sldMk cId="834124383" sldId="324"/>
            <ac:spMk id="3" creationId="{4AC60B31-2446-480C-4F18-F64B44E177FA}"/>
          </ac:spMkLst>
        </pc:spChg>
      </pc:sldChg>
      <pc:sldChg chg="add">
        <pc:chgData name="THISSIANY BEATRIZ ALMEIDA" userId="2dcd9e37-326d-4709-acd7-5ac3ef4a188f" providerId="ADAL" clId="{CAC3F9D1-4B58-480C-BB5E-876EAAD5B02A}" dt="2024-03-31T22:12:37.639" v="4496"/>
        <pc:sldMkLst>
          <pc:docMk/>
          <pc:sldMk cId="1732574855" sldId="325"/>
        </pc:sldMkLst>
      </pc:sldChg>
      <pc:sldChg chg="modSp add mod">
        <pc:chgData name="THISSIANY BEATRIZ ALMEIDA" userId="2dcd9e37-326d-4709-acd7-5ac3ef4a188f" providerId="ADAL" clId="{CAC3F9D1-4B58-480C-BB5E-876EAAD5B02A}" dt="2024-03-31T22:55:15.621" v="5544" actId="20577"/>
        <pc:sldMkLst>
          <pc:docMk/>
          <pc:sldMk cId="3313845222" sldId="326"/>
        </pc:sldMkLst>
        <pc:spChg chg="mod">
          <ac:chgData name="THISSIANY BEATRIZ ALMEIDA" userId="2dcd9e37-326d-4709-acd7-5ac3ef4a188f" providerId="ADAL" clId="{CAC3F9D1-4B58-480C-BB5E-876EAAD5B02A}" dt="2024-03-31T22:55:15.621" v="5544" actId="20577"/>
          <ac:spMkLst>
            <pc:docMk/>
            <pc:sldMk cId="3313845222" sldId="326"/>
            <ac:spMk id="3" creationId="{4AC60B31-2446-480C-4F18-F64B44E177FA}"/>
          </ac:spMkLst>
        </pc:spChg>
      </pc:sldChg>
      <pc:sldChg chg="modSp add mod">
        <pc:chgData name="THISSIANY BEATRIZ ALMEIDA" userId="2dcd9e37-326d-4709-acd7-5ac3ef4a188f" providerId="ADAL" clId="{CAC3F9D1-4B58-480C-BB5E-876EAAD5B02A}" dt="2024-03-31T23:21:19.229" v="7987" actId="20577"/>
        <pc:sldMkLst>
          <pc:docMk/>
          <pc:sldMk cId="1955590532" sldId="327"/>
        </pc:sldMkLst>
        <pc:spChg chg="mod">
          <ac:chgData name="THISSIANY BEATRIZ ALMEIDA" userId="2dcd9e37-326d-4709-acd7-5ac3ef4a188f" providerId="ADAL" clId="{CAC3F9D1-4B58-480C-BB5E-876EAAD5B02A}" dt="2024-03-31T23:21:19.229" v="7987" actId="20577"/>
          <ac:spMkLst>
            <pc:docMk/>
            <pc:sldMk cId="1955590532" sldId="327"/>
            <ac:spMk id="4" creationId="{71C08C84-8944-92FB-1EED-28F3C5C2825D}"/>
          </ac:spMkLst>
        </pc:spChg>
      </pc:sldChg>
      <pc:sldChg chg="modSp add mod">
        <pc:chgData name="THISSIANY BEATRIZ ALMEIDA" userId="2dcd9e37-326d-4709-acd7-5ac3ef4a188f" providerId="ADAL" clId="{CAC3F9D1-4B58-480C-BB5E-876EAAD5B02A}" dt="2024-03-31T23:16:00.450" v="7234" actId="20577"/>
        <pc:sldMkLst>
          <pc:docMk/>
          <pc:sldMk cId="4199948142" sldId="328"/>
        </pc:sldMkLst>
        <pc:spChg chg="mod">
          <ac:chgData name="THISSIANY BEATRIZ ALMEIDA" userId="2dcd9e37-326d-4709-acd7-5ac3ef4a188f" providerId="ADAL" clId="{CAC3F9D1-4B58-480C-BB5E-876EAAD5B02A}" dt="2024-03-31T23:16:00.450" v="7234" actId="20577"/>
          <ac:spMkLst>
            <pc:docMk/>
            <pc:sldMk cId="4199948142" sldId="328"/>
            <ac:spMk id="3" creationId="{4AC60B31-2446-480C-4F18-F64B44E177FA}"/>
          </ac:spMkLst>
        </pc:spChg>
      </pc:sldChg>
      <pc:sldChg chg="modSp add mod">
        <pc:chgData name="THISSIANY BEATRIZ ALMEIDA" userId="2dcd9e37-326d-4709-acd7-5ac3ef4a188f" providerId="ADAL" clId="{CAC3F9D1-4B58-480C-BB5E-876EAAD5B02A}" dt="2024-03-31T23:20:19.450" v="7931" actId="27636"/>
        <pc:sldMkLst>
          <pc:docMk/>
          <pc:sldMk cId="2120081993" sldId="329"/>
        </pc:sldMkLst>
        <pc:spChg chg="mod">
          <ac:chgData name="THISSIANY BEATRIZ ALMEIDA" userId="2dcd9e37-326d-4709-acd7-5ac3ef4a188f" providerId="ADAL" clId="{CAC3F9D1-4B58-480C-BB5E-876EAAD5B02A}" dt="2024-03-31T23:20:19.450" v="7931" actId="27636"/>
          <ac:spMkLst>
            <pc:docMk/>
            <pc:sldMk cId="2120081993" sldId="329"/>
            <ac:spMk id="3" creationId="{4AC60B31-2446-480C-4F18-F64B44E177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941BA-FAF3-75A2-0A70-459E68930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A5AA21-0719-BD1D-3B1F-46E8F38D4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E422-4AF0-8A5C-FD42-CB6F4A6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B95F4C-ACBC-5908-7A7B-9AC975B3D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AE688-9CCE-75B5-064B-9EFA735C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9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806B3-60A4-CC4E-39D2-4183517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54BF77-0754-6E80-8F02-EA95ED92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ABB52-CCEB-11D2-EC27-AEBE4325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8A18D9-79D9-CDC0-9E6E-6AC38146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27E4C9-2766-5B38-1233-C93BEB09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9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17C8B-3C3A-DCBE-5785-6D214340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D3577B-8F19-BBBE-3A8D-68F7AB39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E94AC-EC51-83D9-5018-04F4163E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A39F91-7BD2-46EB-A8BF-7AEB43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BD9F8-4C8E-2B7D-C112-832C9A24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34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6C305-4B35-C98D-FCF9-8E84CC69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9854C-45E7-C433-5404-75749C455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AE230-6E0C-99D9-3DAC-06A53BF69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62D294-D9D7-9ADF-173C-AAD48D1D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082D9-824E-A033-26EF-FE18144D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C154B-2C17-001B-95E5-D692646B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8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CB7E3-1058-72C6-7D97-E4A45B77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52D8B7-408B-DC41-0DB6-37B574911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8D4937-26D1-D384-8A87-CCAAEC15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31718CE-1936-A96F-085F-24B79608F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E25B24-2411-C3F5-ECB7-B5977BF4F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93441A-CDCE-7929-7278-608E5CA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2051192-2384-1656-2077-E0A33017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7EF2D-31B0-6E89-6B4E-C705B8AB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3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A452-EA46-F926-6636-186E49A90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AF1ED-10F1-116B-5B2A-DBF1A588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75DCEE-F25D-4634-F916-DD85719E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1709F31-38F3-BADF-642E-CADBBC9E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45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6A90F2-3B0C-D90E-3786-D5B785E7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B73635-F7AC-2C87-5718-15F12195C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BF334-A516-6D56-3DE4-466C9A46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29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6A337-BE05-BCAD-FC9F-71C756D6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22149C-C840-CBAF-4B63-71B37FC6C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E86EE-26F5-FE5C-EEF3-E0B257CA4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D56866-2EB1-C3EE-3089-A6D6A361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ABAFBF-B048-E156-80CC-29531BF12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8B7B97-92F6-5F47-2A75-DCE4983A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39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6725-00AA-533F-C5E1-94FC11557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1E8A78-0797-ACBB-324E-9125A5C41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CF0B4C-F954-3C40-B5FA-5B701609C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B7F2D97-CFBB-877D-65A3-429A817E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A3BBE5-8609-7D2F-F04D-FF000960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BB9A3-544C-E32D-5939-1AE6C84C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22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128-4987-C709-1637-35985FB2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CEB567-1632-B1DD-F4B7-DCBFA038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F7DBB-FDF2-8FDB-77EF-D76625E7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123AD-A7FD-B162-6E18-4A194589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343DB-20D1-FE16-4047-075A79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86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7175C3-F6F3-0299-9681-3DDA8B978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34747F-13ED-DA39-CEB0-25033E3B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D6242B-5A01-8D37-1D18-17AF8304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96864-730D-8678-8F2E-5027431F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DBDA69-5299-A8FF-CEE2-44D37C3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4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5ECF88-A555-FB9B-A66E-66E0EAA0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A08FF0-F181-DC01-144D-ECFC51C96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03C5F-1CDD-BAE2-4ABE-8AF682175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52B8D-7DBD-434C-AD81-85E1F77F4A07}" type="datetimeFigureOut">
              <a:rPr lang="pt-BR" smtClean="0"/>
              <a:t>31/03/2024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578E7-3C81-876E-DAF4-F5188B171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63943B-E016-3689-E97E-86F9F3CF5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F246D4-5FDE-4BF5-A2D2-DA04D2EE43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9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BE60C55-CFDA-ABBB-AEE1-A2F7EDF7FF12}"/>
              </a:ext>
            </a:extLst>
          </p:cNvPr>
          <p:cNvSpPr/>
          <p:nvPr/>
        </p:nvSpPr>
        <p:spPr>
          <a:xfrm>
            <a:off x="0" y="5098211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Arial Black" panose="020B0A04020102020204" pitchFamily="34" charset="0"/>
              </a:rPr>
              <a:t>AULA 06 – RECURSIVIDADE</a:t>
            </a:r>
          </a:p>
        </p:txBody>
      </p:sp>
      <p:pic>
        <p:nvPicPr>
          <p:cNvPr id="8" name="Picture 14" descr="Veja os detalhes da imagem relacionada. Flat vector business icons set. Corporate style. Outlined IT icons for ...">
            <a:extLst>
              <a:ext uri="{FF2B5EF4-FFF2-40B4-BE49-F238E27FC236}">
                <a16:creationId xmlns:a16="http://schemas.microsoft.com/office/drawing/2014/main" id="{7702007B-1F2F-D8A9-1B32-9B25702B2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7" b="41306"/>
          <a:stretch/>
        </p:blipFill>
        <p:spPr bwMode="auto">
          <a:xfrm>
            <a:off x="1758113" y="785004"/>
            <a:ext cx="8675773" cy="336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1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2E446-F922-B6BD-314D-BBF76C8A0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68531-4076-9BC2-740A-928ACB114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RECURSÃO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COMPONENTES DA RECURSÃO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</a:p>
          <a:p>
            <a:pPr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APLICAÇÃO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3C8005-8979-45A4-4FF8-DCFA9AF62F58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ROTEIRO</a:t>
            </a:r>
          </a:p>
        </p:txBody>
      </p:sp>
      <p:pic>
        <p:nvPicPr>
          <p:cNvPr id="2054" name="Picture 6" descr="Mafalda">
            <a:extLst>
              <a:ext uri="{FF2B5EF4-FFF2-40B4-BE49-F238E27FC236}">
                <a16:creationId xmlns:a16="http://schemas.microsoft.com/office/drawing/2014/main" id="{0843C0EA-034B-270F-C7D4-9804AFCAA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7" b="9351"/>
          <a:stretch/>
        </p:blipFill>
        <p:spPr bwMode="auto">
          <a:xfrm>
            <a:off x="7703622" y="2851458"/>
            <a:ext cx="3245395" cy="298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6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matemática, uma função é uma regra que relaciona cada elemento de um conjunto a um único elemento de outro. O primeiro conjunto é chamado de domínio, e o segundo, contradomínio da função. A função determina uma relação entre os elementos de dois conjuntos.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conceito de função pode ser aplicado de forma similar na computação. 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60164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computação, a ideia básica de uma função, implementada em alguma linguagem de programação, é encapsular um código que poderá ser invocado/chamado por qualquer outro trecho do programa. 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Seu significado e uso são muito parecidos com o de funções matemáticas, ou seja, existe um nome, uma definição e posterior invocação a função.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419994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um programa de computador é muito comum chamarmos uma função dentro de uma outra função. Entretanto, nada impede de uma função chamar ela mesma. A esse processo dá-se o nome de recursão, ou ainda, recursividade ou recorrência.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recursividade é uma ideia inteligente que desempenha um papel central na programação funcional e na ciência da computação em geral.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12008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recursividade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uma forma de resolver problemas por meio da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divisão dos problemas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problemas menores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mesma natureza. Se a natureza dos subproblemas é a mesma do problema, o mesmo método usado para reduzir o problema pode ser usado para reduzir os subproblemas e assim por diante.</a:t>
            </a:r>
          </a:p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devemos parar?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alcançarmos um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caso trivial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conhecemos a solução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</p:spTree>
    <p:extLst>
      <p:ext uri="{BB962C8B-B14F-4D97-AF65-F5344CB8AC3E}">
        <p14:creationId xmlns:p14="http://schemas.microsoft.com/office/powerpoint/2010/main" val="195559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Exemplos de casos triviais: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 o fatorial de 0?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Quanto é um número X multiplicado por 1?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Quanto é um número X multiplicado por 0?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Quanto é um número X elevado a 1?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Quantos elementos tem em uma lista vazia?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</p:spTree>
    <p:extLst>
      <p:ext uri="{BB962C8B-B14F-4D97-AF65-F5344CB8AC3E}">
        <p14:creationId xmlns:p14="http://schemas.microsoft.com/office/powerpoint/2010/main" val="170023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Assim, um processo recursivo para a solução de um problema consiste em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duas partes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 algn="just">
              <a:lnSpc>
                <a:spcPct val="200000"/>
              </a:lnSpc>
            </a:pP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1ª parte: 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caso trivial, cuja solução é conhecida.</a:t>
            </a:r>
          </a:p>
          <a:p>
            <a:pPr lvl="1" algn="just">
              <a:lnSpc>
                <a:spcPct val="200000"/>
              </a:lnSpc>
            </a:pPr>
            <a:r>
              <a:rPr lang="pt-B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2ª parte: </a:t>
            </a:r>
            <a:r>
              <a:rPr lang="pt-BR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 método geral que reduz o problema a um ou mais problemas menores (subproblemas) de mesma natureza.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</p:spTree>
    <p:extLst>
      <p:ext uri="{BB962C8B-B14F-4D97-AF65-F5344CB8AC3E}">
        <p14:creationId xmlns:p14="http://schemas.microsoft.com/office/powerpoint/2010/main" val="113450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Função fatorial de um inteiro não-negativo</a:t>
            </a: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 definição estabelece um processo recursivo para calcular o fatorial de um inteiro n. </a:t>
            </a:r>
            <a:endParaRPr lang="pt-BR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84DBFA4-A4AB-F362-CE9B-14DF7C21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01" y="3171887"/>
            <a:ext cx="7184244" cy="120760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0ED3392-5DAD-DF87-7137-8CD6B9394DA5}"/>
              </a:ext>
            </a:extLst>
          </p:cNvPr>
          <p:cNvSpPr/>
          <p:nvPr/>
        </p:nvSpPr>
        <p:spPr>
          <a:xfrm>
            <a:off x="7653645" y="3306459"/>
            <a:ext cx="2893321" cy="4692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Caso trivial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BD6BF25B-A14D-76DD-0CDB-5B511EAD89A1}"/>
              </a:ext>
            </a:extLst>
          </p:cNvPr>
          <p:cNvSpPr/>
          <p:nvPr/>
        </p:nvSpPr>
        <p:spPr>
          <a:xfrm>
            <a:off x="7653645" y="3429000"/>
            <a:ext cx="608039" cy="21255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E75CE90-9F65-FDF4-6E50-69161B1B4A97}"/>
              </a:ext>
            </a:extLst>
          </p:cNvPr>
          <p:cNvSpPr/>
          <p:nvPr/>
        </p:nvSpPr>
        <p:spPr>
          <a:xfrm>
            <a:off x="7653645" y="3763439"/>
            <a:ext cx="2893321" cy="4692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    Método geral</a:t>
            </a:r>
          </a:p>
        </p:txBody>
      </p:sp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F3831F1A-8ECB-BCBB-F2E4-92EE890A8ADB}"/>
              </a:ext>
            </a:extLst>
          </p:cNvPr>
          <p:cNvSpPr/>
          <p:nvPr/>
        </p:nvSpPr>
        <p:spPr>
          <a:xfrm>
            <a:off x="7653645" y="3885980"/>
            <a:ext cx="608039" cy="212558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7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Assim, usando-se este processo recursivo, o cálculo do fatorial para o número 4, seria realizado da seguinte forma: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2AE3F6D-5386-236A-5CF7-1D244E46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313" y="3543415"/>
            <a:ext cx="2921370" cy="294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0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 como uma função recursiva é de fato implementada no computador?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E00D8F-8335-756E-0FA5-ACC448219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3992"/>
            <a:ext cx="6320589" cy="1062435"/>
          </a:xfrm>
          <a:prstGeom prst="rect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567B5A8-0D73-EF62-F046-D50D0362A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317" y="3429000"/>
            <a:ext cx="4917904" cy="2354632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3F1084C9-96FD-37E7-21E5-A96C110A720A}"/>
              </a:ext>
            </a:extLst>
          </p:cNvPr>
          <p:cNvSpPr/>
          <p:nvPr/>
        </p:nvSpPr>
        <p:spPr>
          <a:xfrm>
            <a:off x="6391554" y="4322956"/>
            <a:ext cx="557797" cy="182253"/>
          </a:xfrm>
          <a:prstGeom prst="rightArrow">
            <a:avLst/>
          </a:prstGeom>
          <a:solidFill>
            <a:srgbClr val="7030A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40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A666D64-D386-5C05-A355-4A64CFD3255D}"/>
              </a:ext>
            </a:extLst>
          </p:cNvPr>
          <p:cNvGrpSpPr/>
          <p:nvPr/>
        </p:nvGrpSpPr>
        <p:grpSpPr>
          <a:xfrm>
            <a:off x="3147763" y="3636954"/>
            <a:ext cx="5896473" cy="2740475"/>
            <a:chOff x="838200" y="3636954"/>
            <a:chExt cx="5896473" cy="274047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0D28BB2F-2591-E837-CE6F-FC3C2CC93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3636954"/>
              <a:ext cx="5896473" cy="2740475"/>
            </a:xfrm>
            <a:prstGeom prst="rect">
              <a:avLst/>
            </a:prstGeom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91F99326-8908-BFBE-8B4E-8BA82B980D9B}"/>
                </a:ext>
              </a:extLst>
            </p:cNvPr>
            <p:cNvSpPr/>
            <p:nvPr/>
          </p:nvSpPr>
          <p:spPr>
            <a:xfrm>
              <a:off x="2919663" y="3636954"/>
              <a:ext cx="497305" cy="1971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650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0F6DFA8-7DAC-EDAF-1DD3-9C6439292EF9}"/>
              </a:ext>
            </a:extLst>
          </p:cNvPr>
          <p:cNvGrpSpPr/>
          <p:nvPr/>
        </p:nvGrpSpPr>
        <p:grpSpPr>
          <a:xfrm>
            <a:off x="2616054" y="3700646"/>
            <a:ext cx="6959891" cy="2792229"/>
            <a:chOff x="2616054" y="3700646"/>
            <a:chExt cx="6959891" cy="2792229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BDEADF4-F19A-D519-2539-7B3CFB8DF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6054" y="3700646"/>
              <a:ext cx="6959891" cy="2792229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4589A67B-4F95-E638-96EE-DA8385E5054A}"/>
                </a:ext>
              </a:extLst>
            </p:cNvPr>
            <p:cNvSpPr/>
            <p:nvPr/>
          </p:nvSpPr>
          <p:spPr>
            <a:xfrm>
              <a:off x="4764505" y="3700646"/>
              <a:ext cx="545432" cy="2617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80959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DD614A-4CAA-FC6C-4780-A85063E34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405" y="3836599"/>
            <a:ext cx="7403189" cy="240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46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C98BBB-CC3F-17C8-24CD-33B2836A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996" y="3708367"/>
            <a:ext cx="8498003" cy="278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67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87A4CF2-F11E-44AA-3BB4-28C3EC76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57" y="3846930"/>
            <a:ext cx="8594282" cy="22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96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D775F83-986D-76E3-F65C-5A4EC825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752" y="3818022"/>
            <a:ext cx="9956495" cy="185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22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Exemplo 01-Cont: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resolver uma função recursiva no computador utiliza-se o mecanismo conhecido como </a:t>
            </a: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Pilha de Execução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Para 4!: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RECURSIVIDADE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D74C277-84E8-CB4D-97C4-77596A772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842" y="4011236"/>
            <a:ext cx="5276316" cy="142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71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VANTAGENS: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utilização do conceito de recursividade torna a escrita do código mais simples e elegante, tornando-o fácil de entender e de manter.</a:t>
            </a:r>
          </a:p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DESVANTAGENS: 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Quando o loop recursivo é muito grande é consumida muita memória nas chamadas a diversos níveis de recursão, pois cada chamada recursiva aloca memória para os parâmetros, variáveis locais e de controle. </a:t>
            </a:r>
          </a:p>
          <a:p>
            <a:pPr algn="just">
              <a:lnSpc>
                <a:spcPct val="150000"/>
              </a:lnSpc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VANTAGENS E DESVANTAGENS </a:t>
            </a:r>
          </a:p>
        </p:txBody>
      </p:sp>
    </p:spTree>
    <p:extLst>
      <p:ext uri="{BB962C8B-B14F-4D97-AF65-F5344CB8AC3E}">
        <p14:creationId xmlns:p14="http://schemas.microsoft.com/office/powerpoint/2010/main" val="429964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Muitos algoritmos complexos são resolvidos através de soluções recursivas, como por exemplo, os algoritmos de ordenação QuickSort e o MergeSort, além do algoritmo de busca binária. A solução recursiva tende a gerar códigos menores.</a:t>
            </a:r>
          </a:p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Muitas estruturas de dados são recursivas, assim como, as listas encadeadas, árvores binárias, n-árias, entre outras.</a:t>
            </a:r>
          </a:p>
          <a:p>
            <a:pPr algn="just">
              <a:lnSpc>
                <a:spcPct val="150000"/>
              </a:lnSpc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APLICAÇÃO </a:t>
            </a:r>
          </a:p>
        </p:txBody>
      </p:sp>
    </p:spTree>
    <p:extLst>
      <p:ext uri="{BB962C8B-B14F-4D97-AF65-F5344CB8AC3E}">
        <p14:creationId xmlns:p14="http://schemas.microsoft.com/office/powerpoint/2010/main" val="173257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Estabeleça a função recursiva que multiplica um dado inteiro “a” por um inteiro “b”, usando somas sucessivas. Por exemplo: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* 3 = 3 + 3 + 3 + 3 = 12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* 5 = 5 + 5 = 10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* 9 = 9 + 9 + 9 + 9 + 9 + 9 = 54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* 10 = 10 = 10</a:t>
            </a:r>
          </a:p>
          <a:p>
            <a:pPr lvl="1" algn="just">
              <a:lnSpc>
                <a:spcPct val="150000"/>
              </a:lnSpc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</p:spTree>
    <p:extLst>
      <p:ext uri="{BB962C8B-B14F-4D97-AF65-F5344CB8AC3E}">
        <p14:creationId xmlns:p14="http://schemas.microsoft.com/office/powerpoint/2010/main" val="220816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Estabeleça a função recursiva que multiplica um dado inteiro “a” por um inteiro “b”, usando somas sucessivas. Por exemplo: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* 3 = 3 + 3 + 3 + 3 = 12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* 5 = 5 + 5 = 10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* 9 = 9 + 9 + 9 + 9 + 9 + 9 = 54</a:t>
            </a:r>
          </a:p>
          <a:p>
            <a:pPr lvl="1" algn="just">
              <a:lnSpc>
                <a:spcPct val="150000"/>
              </a:lnSpc>
            </a:pP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* 10 = 10 = 10</a:t>
            </a:r>
          </a:p>
          <a:p>
            <a:pPr lvl="1" algn="just">
              <a:lnSpc>
                <a:spcPct val="150000"/>
              </a:lnSpc>
            </a:pP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3DC956-F5D9-940F-AF72-3307D936D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857" y="3429000"/>
            <a:ext cx="4290432" cy="2720576"/>
          </a:xfrm>
          <a:prstGeom prst="rect">
            <a:avLst/>
          </a:prstGeom>
          <a:ln w="57150"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3304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AC60B31-2446-480C-4F18-F64B44E17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Os números de Fibonacci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pt-BR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pt-BR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,…,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são definidos pelas equações:</a:t>
                </a: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endParaRPr lang="pt-BR" sz="24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para n &gt; 1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Encontre os números de Fibonacci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pt-BR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pt-BR" sz="3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pt-BR" sz="3200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3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𝑓</m:t>
                        </m:r>
                      </m:e>
                      <m:sub>
                        <m:r>
                          <a:rPr lang="pt-BR" sz="32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pt-BR" sz="3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AC60B31-2446-480C-4F18-F64B44E17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825624"/>
                <a:ext cx="12191999" cy="5032375"/>
              </a:xfrm>
              <a:blipFill>
                <a:blip r:embed="rId2"/>
                <a:stretch>
                  <a:fillRect l="-1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JUNTOS</a:t>
            </a:r>
          </a:p>
        </p:txBody>
      </p:sp>
    </p:spTree>
    <p:extLst>
      <p:ext uri="{BB962C8B-B14F-4D97-AF65-F5344CB8AC3E}">
        <p14:creationId xmlns:p14="http://schemas.microsoft.com/office/powerpoint/2010/main" val="3313845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 01: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Elabore a função recursiva para as situações descritas abaixo: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Função recursiva que calcula a divisão (a, b) usando subtrações sucessivas.</a:t>
            </a:r>
          </a:p>
          <a:p>
            <a:pPr marL="514350" indent="-514350" algn="just">
              <a:lnSpc>
                <a:spcPct val="150000"/>
              </a:lnSpc>
              <a:buAutoNum type="alphaLcParenR"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Função recursiva que calcula o resto de uma divisão usando subtrações sucessivas.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VOCÊ MESMO</a:t>
            </a:r>
          </a:p>
        </p:txBody>
      </p:sp>
    </p:spTree>
    <p:extLst>
      <p:ext uri="{BB962C8B-B14F-4D97-AF65-F5344CB8AC3E}">
        <p14:creationId xmlns:p14="http://schemas.microsoft.com/office/powerpoint/2010/main" val="2419189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7902-2D6A-94BC-4A7C-C0334CB0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925-2E15-C761-2CC6-22E98C23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60B31-2446-480C-4F18-F64B44E1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Exercício 01-Cont: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Elabore a função recursiva para as situações descritas abaixo: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Função recursiva que calcula a potência de um número usando multiplicações sucessivas.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Função recursiva que calcula a quantidade de caracteres em uma </a:t>
            </a:r>
            <a:r>
              <a:rPr lang="pt-BR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C08C84-8944-92FB-1EED-28F3C5C2825D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FAÇAMOS VOCÊ MESMO</a:t>
            </a:r>
          </a:p>
        </p:txBody>
      </p:sp>
    </p:spTree>
    <p:extLst>
      <p:ext uri="{BB962C8B-B14F-4D97-AF65-F5344CB8AC3E}">
        <p14:creationId xmlns:p14="http://schemas.microsoft.com/office/powerpoint/2010/main" val="834124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14CF-48D6-7037-5E3B-63BA4550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9CA1E-58A8-65F2-C2BA-72E3ECC5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3074" name="Picture 2" descr="Resultado de imagem para DÚVIDAS">
            <a:extLst>
              <a:ext uri="{FF2B5EF4-FFF2-40B4-BE49-F238E27FC236}">
                <a16:creationId xmlns:a16="http://schemas.microsoft.com/office/drawing/2014/main" id="{745773D9-E05F-41BE-E3C2-3D8CC25C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042" y="2577752"/>
            <a:ext cx="4947916" cy="337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254FBD0-F5AF-7E64-2DF3-FAACF2D38D04}"/>
              </a:ext>
            </a:extLst>
          </p:cNvPr>
          <p:cNvSpPr/>
          <p:nvPr/>
        </p:nvSpPr>
        <p:spPr>
          <a:xfrm>
            <a:off x="0" y="0"/>
            <a:ext cx="12192000" cy="1759789"/>
          </a:xfrm>
          <a:prstGeom prst="rect">
            <a:avLst/>
          </a:prstGeom>
          <a:solidFill>
            <a:srgbClr val="994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400" dirty="0">
                <a:latin typeface="Arial Black" panose="020B0A04020102020204" pitchFamily="34" charset="0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26746395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1022</Words>
  <Application>Microsoft Office PowerPoint</Application>
  <PresentationFormat>Widescreen</PresentationFormat>
  <Paragraphs>88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Arial Black</vt:lpstr>
      <vt:lpstr>Calibri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Thissiany B Almeida</dc:creator>
  <cp:lastModifiedBy>THISSIANY BEATRIZ ALMEIDA</cp:lastModifiedBy>
  <cp:revision>2</cp:revision>
  <dcterms:created xsi:type="dcterms:W3CDTF">2024-02-19T17:05:45Z</dcterms:created>
  <dcterms:modified xsi:type="dcterms:W3CDTF">2024-03-31T23:21:22Z</dcterms:modified>
</cp:coreProperties>
</file>